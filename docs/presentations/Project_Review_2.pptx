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73" r:id="rId5"/>
    <p:sldId id="275" r:id="rId6"/>
    <p:sldId id="279" r:id="rId7"/>
    <p:sldId id="280" r:id="rId8"/>
    <p:sldId id="284" r:id="rId9"/>
    <p:sldId id="285" r:id="rId10"/>
    <p:sldId id="277" r:id="rId11"/>
    <p:sldId id="282" r:id="rId12"/>
    <p:sldId id="281" r:id="rId13"/>
    <p:sldId id="274" r:id="rId14"/>
    <p:sldId id="276" r:id="rId15"/>
    <p:sldId id="278" r:id="rId16"/>
    <p:sldId id="287" r:id="rId17"/>
    <p:sldId id="288" r:id="rId18"/>
    <p:sldId id="286" r:id="rId19"/>
    <p:sldId id="283" r:id="rId20"/>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1224" userDrawn="1">
          <p15:clr>
            <a:srgbClr val="A4A3A4"/>
          </p15:clr>
        </p15:guide>
        <p15:guide id="3" pos="7368" userDrawn="1">
          <p15:clr>
            <a:srgbClr val="A4A3A4"/>
          </p15:clr>
        </p15:guide>
        <p15:guide id="4" pos="312" userDrawn="1">
          <p15:clr>
            <a:srgbClr val="A4A3A4"/>
          </p15:clr>
        </p15:guide>
        <p15:guide id="6" orient="horz" pos="2856" userDrawn="1">
          <p15:clr>
            <a:srgbClr val="A4A3A4"/>
          </p15:clr>
        </p15:guide>
        <p15:guide id="7" pos="5928" userDrawn="1">
          <p15:clr>
            <a:srgbClr val="A4A3A4"/>
          </p15:clr>
        </p15:guide>
        <p15:guide id="8" pos="6168" userDrawn="1">
          <p15:clr>
            <a:srgbClr val="A4A3A4"/>
          </p15:clr>
        </p15:guide>
        <p15:guide id="9" pos="1512" userDrawn="1">
          <p15:clr>
            <a:srgbClr val="A4A3A4"/>
          </p15:clr>
        </p15:guide>
        <p15:guide id="10" orient="horz" pos="264" userDrawn="1">
          <p15:clr>
            <a:srgbClr val="A4A3A4"/>
          </p15:clr>
        </p15:guide>
        <p15:guide id="11" pos="2496" userDrawn="1">
          <p15:clr>
            <a:srgbClr val="A4A3A4"/>
          </p15:clr>
        </p15:guide>
        <p15:guide id="12" pos="2688" userDrawn="1">
          <p15:clr>
            <a:srgbClr val="A4A3A4"/>
          </p15:clr>
        </p15:guide>
        <p15:guide id="13" pos="4536" userDrawn="1">
          <p15:clr>
            <a:srgbClr val="A4A3A4"/>
          </p15:clr>
        </p15:guide>
        <p15:guide id="14" pos="4008" userDrawn="1">
          <p15:clr>
            <a:srgbClr val="A4A3A4"/>
          </p15:clr>
        </p15:guide>
        <p15:guide id="15" pos="4944" userDrawn="1">
          <p15:clr>
            <a:srgbClr val="A4A3A4"/>
          </p15:clr>
        </p15:guide>
        <p15:guide id="16" pos="5136" userDrawn="1">
          <p15:clr>
            <a:srgbClr val="A4A3A4"/>
          </p15:clr>
        </p15:guide>
        <p15:guide id="17" orient="horz" pos="1584" userDrawn="1">
          <p15:clr>
            <a:srgbClr val="A4A3A4"/>
          </p15:clr>
        </p15:guide>
        <p15:guide id="18" orient="horz" pos="2736" userDrawn="1">
          <p15:clr>
            <a:srgbClr val="A4A3A4"/>
          </p15:clr>
        </p15:guide>
        <p15:guide id="19" orient="horz" pos="3648" userDrawn="1">
          <p15:clr>
            <a:srgbClr val="A4A3A4"/>
          </p15:clr>
        </p15:guide>
        <p15:guide id="20" orient="horz" pos="864" userDrawn="1">
          <p15:clr>
            <a:srgbClr val="A4A3A4"/>
          </p15:clr>
        </p15:guide>
        <p15:guide id="21" orient="horz" pos="3984" userDrawn="1">
          <p15:clr>
            <a:srgbClr val="A4A3A4"/>
          </p15:clr>
        </p15:guide>
        <p15:guide id="22" pos="456" userDrawn="1">
          <p15:clr>
            <a:srgbClr val="A4A3A4"/>
          </p15:clr>
        </p15:guide>
        <p15:guide id="23" pos="7248" userDrawn="1">
          <p15:clr>
            <a:srgbClr val="A4A3A4"/>
          </p15:clr>
        </p15:guide>
        <p15:guide id="24" orient="horz" pos="1920" userDrawn="1">
          <p15:clr>
            <a:srgbClr val="A4A3A4"/>
          </p15:clr>
        </p15:guide>
        <p15:guide id="25" orient="horz" pos="2256" userDrawn="1">
          <p15:clr>
            <a:srgbClr val="A4A3A4"/>
          </p15:clr>
        </p15:guide>
        <p15:guide id="26" pos="7176" userDrawn="1">
          <p15:clr>
            <a:srgbClr val="A4A3A4"/>
          </p15:clr>
        </p15:guide>
        <p15:guide id="27" orient="horz" pos="1704" userDrawn="1">
          <p15:clr>
            <a:srgbClr val="A4A3A4"/>
          </p15:clr>
        </p15:guide>
        <p15:guide id="28" pos="4176" userDrawn="1">
          <p15:clr>
            <a:srgbClr val="A4A3A4"/>
          </p15:clr>
        </p15:guide>
        <p15:guide id="29" orient="horz" pos="2592" userDrawn="1">
          <p15:clr>
            <a:srgbClr val="A4A3A4"/>
          </p15:clr>
        </p15:guide>
        <p15:guide id="30" pos="6912" userDrawn="1">
          <p15:clr>
            <a:srgbClr val="A4A3A4"/>
          </p15:clr>
        </p15:guide>
        <p15:guide id="31" pos="355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4546"/>
    <a:srgbClr val="D8BEB2"/>
    <a:srgbClr val="753F2D"/>
    <a:srgbClr val="5E3324"/>
    <a:srgbClr val="8A4C34"/>
    <a:srgbClr val="815550"/>
    <a:srgbClr val="A3573E"/>
    <a:srgbClr val="E7E6E6"/>
    <a:srgbClr val="C28D6D"/>
    <a:srgbClr val="D298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98" autoAdjust="0"/>
    <p:restoredTop sz="96327"/>
  </p:normalViewPr>
  <p:slideViewPr>
    <p:cSldViewPr snapToGrid="0">
      <p:cViewPr varScale="1">
        <p:scale>
          <a:sx n="82" d="100"/>
          <a:sy n="82" d="100"/>
        </p:scale>
        <p:origin x="610" y="48"/>
      </p:cViewPr>
      <p:guideLst>
        <p:guide orient="horz" pos="1224"/>
        <p:guide pos="7368"/>
        <p:guide pos="312"/>
        <p:guide orient="horz" pos="2856"/>
        <p:guide pos="5928"/>
        <p:guide pos="6168"/>
        <p:guide pos="1512"/>
        <p:guide orient="horz" pos="264"/>
        <p:guide pos="2496"/>
        <p:guide pos="2688"/>
        <p:guide pos="4536"/>
        <p:guide pos="4008"/>
        <p:guide pos="4944"/>
        <p:guide pos="5136"/>
        <p:guide orient="horz" pos="1584"/>
        <p:guide orient="horz" pos="2736"/>
        <p:guide orient="horz" pos="3648"/>
        <p:guide orient="horz" pos="864"/>
        <p:guide orient="horz" pos="3984"/>
        <p:guide pos="456"/>
        <p:guide pos="7248"/>
        <p:guide orient="horz" pos="1920"/>
        <p:guide orient="horz" pos="2256"/>
        <p:guide pos="7176"/>
        <p:guide orient="horz" pos="1704"/>
        <p:guide pos="4176"/>
        <p:guide orient="horz" pos="2592"/>
        <p:guide pos="6912"/>
        <p:guide pos="3552"/>
      </p:guideLst>
    </p:cSldViewPr>
  </p:slideViewPr>
  <p:notesTextViewPr>
    <p:cViewPr>
      <p:scale>
        <a:sx n="1" d="1"/>
        <a:sy n="1" d="1"/>
      </p:scale>
      <p:origin x="0" y="0"/>
    </p:cViewPr>
  </p:notesText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B30D67-EB7C-4323-A6AB-20071C4FCC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B26DD94-0E47-FE33-5C0F-9E497B99BE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433F7E-3633-4FA3-974D-CA21FB24834F}" type="datetimeFigureOut">
              <a:rPr lang="en-US" smtClean="0"/>
              <a:t>3/31/2025</a:t>
            </a:fld>
            <a:endParaRPr lang="en-US"/>
          </a:p>
        </p:txBody>
      </p:sp>
      <p:sp>
        <p:nvSpPr>
          <p:cNvPr id="4" name="Footer Placeholder 3">
            <a:extLst>
              <a:ext uri="{FF2B5EF4-FFF2-40B4-BE49-F238E27FC236}">
                <a16:creationId xmlns:a16="http://schemas.microsoft.com/office/drawing/2014/main" id="{B9636FF0-1B83-FCD7-197D-6F6CBEA8F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AA88305-7C09-5A95-A84B-C7CEA8D00F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482836-E43C-41FF-A11B-3D8AB6E68FC7}" type="slidenum">
              <a:rPr lang="en-US" smtClean="0"/>
              <a:t>‹#›</a:t>
            </a:fld>
            <a:endParaRPr lang="en-US"/>
          </a:p>
        </p:txBody>
      </p:sp>
    </p:spTree>
    <p:extLst>
      <p:ext uri="{BB962C8B-B14F-4D97-AF65-F5344CB8AC3E}">
        <p14:creationId xmlns:p14="http://schemas.microsoft.com/office/powerpoint/2010/main" val="38009817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45F7B4-7442-4021-9F1E-8BC3C363C892}" type="datetimeFigureOut">
              <a:rPr lang="en-US" noProof="0" smtClean="0"/>
              <a:t>3/31/2025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CDE012-9E2E-4477-8B5C-4E7D4E9BCBA6}" type="slidenum">
              <a:rPr lang="en-US" noProof="0" smtClean="0"/>
              <a:t>‹#›</a:t>
            </a:fld>
            <a:endParaRPr lang="en-US" noProof="0" dirty="0"/>
          </a:p>
        </p:txBody>
      </p:sp>
    </p:spTree>
    <p:extLst>
      <p:ext uri="{BB962C8B-B14F-4D97-AF65-F5344CB8AC3E}">
        <p14:creationId xmlns:p14="http://schemas.microsoft.com/office/powerpoint/2010/main" val="739385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CDE012-9E2E-4477-8B5C-4E7D4E9BCBA6}" type="slidenum">
              <a:rPr lang="en-US" smtClean="0"/>
              <a:t>1</a:t>
            </a:fld>
            <a:endParaRPr lang="en-US"/>
          </a:p>
        </p:txBody>
      </p:sp>
    </p:spTree>
    <p:extLst>
      <p:ext uri="{BB962C8B-B14F-4D97-AF65-F5344CB8AC3E}">
        <p14:creationId xmlns:p14="http://schemas.microsoft.com/office/powerpoint/2010/main" val="1498192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CDE012-9E2E-4477-8B5C-4E7D4E9BCBA6}" type="slidenum">
              <a:rPr lang="en-US" noProof="0" smtClean="0"/>
              <a:t>2</a:t>
            </a:fld>
            <a:endParaRPr lang="en-US" noProof="0"/>
          </a:p>
        </p:txBody>
      </p:sp>
    </p:spTree>
    <p:extLst>
      <p:ext uri="{BB962C8B-B14F-4D97-AF65-F5344CB8AC3E}">
        <p14:creationId xmlns:p14="http://schemas.microsoft.com/office/powerpoint/2010/main" val="2032439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239CE-6839-5207-D676-35642471BF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1BCD25-4F76-D862-5363-8DC1360885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0CA9CC-989B-1C8D-54DB-869D8AF4C2A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9F7195-C69D-8A05-4544-35427EE7BDA8}"/>
              </a:ext>
            </a:extLst>
          </p:cNvPr>
          <p:cNvSpPr>
            <a:spLocks noGrp="1"/>
          </p:cNvSpPr>
          <p:nvPr>
            <p:ph type="sldNum" sz="quarter" idx="5"/>
          </p:nvPr>
        </p:nvSpPr>
        <p:spPr/>
        <p:txBody>
          <a:bodyPr/>
          <a:lstStyle/>
          <a:p>
            <a:fld id="{DECDE012-9E2E-4477-8B5C-4E7D4E9BCBA6}" type="slidenum">
              <a:rPr lang="en-US" noProof="0" smtClean="0"/>
              <a:t>6</a:t>
            </a:fld>
            <a:endParaRPr lang="en-US" noProof="0"/>
          </a:p>
        </p:txBody>
      </p:sp>
    </p:spTree>
    <p:extLst>
      <p:ext uri="{BB962C8B-B14F-4D97-AF65-F5344CB8AC3E}">
        <p14:creationId xmlns:p14="http://schemas.microsoft.com/office/powerpoint/2010/main" val="1672648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CDE012-9E2E-4477-8B5C-4E7D4E9BCBA6}" type="slidenum">
              <a:rPr lang="en-US" noProof="0" smtClean="0"/>
              <a:t>7</a:t>
            </a:fld>
            <a:endParaRPr lang="en-US" noProof="0"/>
          </a:p>
        </p:txBody>
      </p:sp>
    </p:spTree>
    <p:extLst>
      <p:ext uri="{BB962C8B-B14F-4D97-AF65-F5344CB8AC3E}">
        <p14:creationId xmlns:p14="http://schemas.microsoft.com/office/powerpoint/2010/main" val="16731309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ECDE012-9E2E-4477-8B5C-4E7D4E9BCBA6}" type="slidenum">
              <a:rPr lang="en-US" noProof="0" smtClean="0"/>
              <a:t>8</a:t>
            </a:fld>
            <a:endParaRPr lang="en-US" noProof="0" dirty="0"/>
          </a:p>
        </p:txBody>
      </p:sp>
    </p:spTree>
    <p:extLst>
      <p:ext uri="{BB962C8B-B14F-4D97-AF65-F5344CB8AC3E}">
        <p14:creationId xmlns:p14="http://schemas.microsoft.com/office/powerpoint/2010/main" val="4411405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B8029-33F3-9414-AD10-00871D91AA5D}"/>
              </a:ext>
            </a:extLst>
          </p:cNvPr>
          <p:cNvSpPr>
            <a:spLocks noGrp="1"/>
          </p:cNvSpPr>
          <p:nvPr>
            <p:ph type="ctrTitle"/>
          </p:nvPr>
        </p:nvSpPr>
        <p:spPr>
          <a:xfrm>
            <a:off x="2267712" y="1408176"/>
            <a:ext cx="6400800" cy="2387600"/>
          </a:xfrm>
        </p:spPr>
        <p:txBody>
          <a:bodyPr anchor="t">
            <a:normAutofit/>
          </a:bodyPr>
          <a:lstStyle>
            <a:lvl1pPr algn="l">
              <a:lnSpc>
                <a:spcPct val="80000"/>
              </a:lnSpc>
              <a:defRPr sz="7200" cap="all" baseline="0">
                <a:solidFill>
                  <a:schemeClr val="bg1"/>
                </a:solidFill>
              </a:defRPr>
            </a:lvl1pPr>
          </a:lstStyle>
          <a:p>
            <a:r>
              <a:rPr lang="en-US" dirty="0"/>
              <a:t>Click to edit Master title style</a:t>
            </a:r>
            <a:endParaRPr lang="en-PK" dirty="0"/>
          </a:p>
        </p:txBody>
      </p:sp>
      <p:sp>
        <p:nvSpPr>
          <p:cNvPr id="3" name="Subtitle 2">
            <a:extLst>
              <a:ext uri="{FF2B5EF4-FFF2-40B4-BE49-F238E27FC236}">
                <a16:creationId xmlns:a16="http://schemas.microsoft.com/office/drawing/2014/main" id="{4F32B008-64B6-378D-9C5D-DCC8DFEBC69E}"/>
              </a:ext>
            </a:extLst>
          </p:cNvPr>
          <p:cNvSpPr>
            <a:spLocks noGrp="1"/>
          </p:cNvSpPr>
          <p:nvPr>
            <p:ph type="subTitle" idx="1"/>
          </p:nvPr>
        </p:nvSpPr>
        <p:spPr>
          <a:xfrm>
            <a:off x="3867912" y="5047488"/>
            <a:ext cx="5486400" cy="384048"/>
          </a:xfrm>
        </p:spPr>
        <p:txBody>
          <a:bodyPr/>
          <a:lstStyle>
            <a:lvl1pPr marL="0" indent="0" algn="l">
              <a:lnSpc>
                <a:spcPct val="80000"/>
              </a:lnSpc>
              <a:spcBef>
                <a:spcPts val="0"/>
              </a:spcBef>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grpSp>
        <p:nvGrpSpPr>
          <p:cNvPr id="7" name="Group 6">
            <a:extLst>
              <a:ext uri="{FF2B5EF4-FFF2-40B4-BE49-F238E27FC236}">
                <a16:creationId xmlns:a16="http://schemas.microsoft.com/office/drawing/2014/main" id="{15444BA9-47A2-8EBA-F11F-AF833CBC1FB6}"/>
              </a:ext>
            </a:extLst>
          </p:cNvPr>
          <p:cNvGrpSpPr/>
          <p:nvPr userDrawn="1"/>
        </p:nvGrpSpPr>
        <p:grpSpPr>
          <a:xfrm>
            <a:off x="3979533" y="5801746"/>
            <a:ext cx="8221703" cy="0"/>
            <a:chOff x="3733800" y="5539861"/>
            <a:chExt cx="8221703" cy="0"/>
          </a:xfrm>
        </p:grpSpPr>
        <p:cxnSp>
          <p:nvCxnSpPr>
            <p:cNvPr id="8" name="Straight Connector 7">
              <a:extLst>
                <a:ext uri="{FF2B5EF4-FFF2-40B4-BE49-F238E27FC236}">
                  <a16:creationId xmlns:a16="http://schemas.microsoft.com/office/drawing/2014/main" id="{F7C7E957-5A54-C6BB-DBCA-B0A579E99122}"/>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75792F5-3B57-83E5-2E85-1B67A64BF570}"/>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80638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a:lstStyle>
            <a:lvl1pPr>
              <a:defRPr sz="5000"/>
            </a:lvl1p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4110836A-7452-872A-28D0-081C1338DC63}"/>
              </a:ext>
            </a:extLst>
          </p:cNvPr>
          <p:cNvSpPr>
            <a:spLocks noGrp="1"/>
          </p:cNvSpPr>
          <p:nvPr>
            <p:ph idx="1"/>
          </p:nvPr>
        </p:nvSpPr>
        <p:spPr>
          <a:xfrm>
            <a:off x="2322576" y="2953512"/>
            <a:ext cx="7470648" cy="3296563"/>
          </a:xfrm>
        </p:spPr>
        <p:txBody>
          <a:bodyPr/>
          <a:lstStyle>
            <a:lvl1pPr marL="0" indent="0">
              <a:lnSpc>
                <a:spcPct val="100000"/>
              </a:lnSpc>
              <a:spcBef>
                <a:spcPts val="0"/>
              </a:spcBef>
              <a:spcAft>
                <a:spcPts val="1500"/>
              </a:spcAft>
              <a:buNone/>
              <a:defRPr sz="2200" b="1"/>
            </a:lvl1pPr>
            <a:lvl2pPr marL="0" indent="0">
              <a:lnSpc>
                <a:spcPct val="100000"/>
              </a:lnSpc>
              <a:spcBef>
                <a:spcPts val="0"/>
              </a:spcBef>
              <a:buNone/>
              <a:defRPr sz="1600" i="1"/>
            </a:lvl2pPr>
          </a:lstStyle>
          <a:p>
            <a:pPr lvl="0"/>
            <a:r>
              <a:rPr lang="en-US" dirty="0"/>
              <a:t>Click to edit Master text styles</a:t>
            </a:r>
          </a:p>
          <a:p>
            <a:pPr lvl="1"/>
            <a:r>
              <a:rPr lang="en-US" dirty="0"/>
              <a:t>Second level</a:t>
            </a:r>
          </a:p>
          <a:p>
            <a:pPr lvl="2"/>
            <a:endParaRPr lang="en-PK" dirty="0"/>
          </a:p>
        </p:txBody>
      </p:sp>
      <p:sp>
        <p:nvSpPr>
          <p:cNvPr id="5" name="Footer Placeholder 4">
            <a:extLst>
              <a:ext uri="{FF2B5EF4-FFF2-40B4-BE49-F238E27FC236}">
                <a16:creationId xmlns:a16="http://schemas.microsoft.com/office/drawing/2014/main" id="{35E39F35-2573-69E0-B17D-B4B0F85CE77B}"/>
              </a:ext>
            </a:extLst>
          </p:cNvPr>
          <p:cNvSpPr>
            <a:spLocks noGrp="1"/>
          </p:cNvSpPr>
          <p:nvPr>
            <p:ph type="ftr" sz="quarter" idx="11"/>
          </p:nvPr>
        </p:nvSpPr>
        <p:spPr/>
        <p:txBody>
          <a:bodyPr/>
          <a:lstStyle/>
          <a:p>
            <a:r>
              <a:rPr lang="en-US" dirty="0"/>
              <a:t>Presentation title</a:t>
            </a:r>
            <a:endParaRPr lang="en-PK"/>
          </a:p>
        </p:txBody>
      </p:sp>
      <p:sp>
        <p:nvSpPr>
          <p:cNvPr id="6" name="Slide Number Placeholder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grpSp>
        <p:nvGrpSpPr>
          <p:cNvPr id="7" name="Group 6">
            <a:extLst>
              <a:ext uri="{FF2B5EF4-FFF2-40B4-BE49-F238E27FC236}">
                <a16:creationId xmlns:a16="http://schemas.microsoft.com/office/drawing/2014/main" id="{52789DD7-8E5F-BCF6-7A1E-0AC33BD880AC}"/>
              </a:ext>
            </a:extLst>
          </p:cNvPr>
          <p:cNvGrpSpPr/>
          <p:nvPr userDrawn="1"/>
        </p:nvGrpSpPr>
        <p:grpSpPr>
          <a:xfrm>
            <a:off x="2400300" y="2535841"/>
            <a:ext cx="9801127" cy="821"/>
            <a:chOff x="2286319" y="5546299"/>
            <a:chExt cx="9801127" cy="903"/>
          </a:xfrm>
        </p:grpSpPr>
        <p:cxnSp>
          <p:nvCxnSpPr>
            <p:cNvPr id="8" name="Straight Connector 7">
              <a:extLst>
                <a:ext uri="{FF2B5EF4-FFF2-40B4-BE49-F238E27FC236}">
                  <a16:creationId xmlns:a16="http://schemas.microsoft.com/office/drawing/2014/main" id="{D610F86C-F479-AC03-216E-DD60112AC854}"/>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02E8F6-3623-48C2-4F02-9472E2977FB8}"/>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8269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39D39-DAD0-D550-D3C7-42F702A78C3A}"/>
              </a:ext>
            </a:extLst>
          </p:cNvPr>
          <p:cNvSpPr>
            <a:spLocks noGrp="1"/>
          </p:cNvSpPr>
          <p:nvPr>
            <p:ph type="title"/>
          </p:nvPr>
        </p:nvSpPr>
        <p:spPr>
          <a:xfrm>
            <a:off x="4056992" y="1709738"/>
            <a:ext cx="7290458" cy="2852737"/>
          </a:xfrm>
        </p:spPr>
        <p:txBody>
          <a:bodyPr anchor="b"/>
          <a:lstStyle>
            <a:lvl1pPr>
              <a:defRPr sz="6000">
                <a:solidFill>
                  <a:schemeClr val="bg1"/>
                </a:solidFill>
              </a:defRPr>
            </a:lvl1pPr>
          </a:lstStyle>
          <a:p>
            <a:r>
              <a:rPr lang="en-US" dirty="0"/>
              <a:t>Click to edit Master title style</a:t>
            </a:r>
            <a:endParaRPr lang="en-PK" dirty="0"/>
          </a:p>
        </p:txBody>
      </p:sp>
      <p:sp>
        <p:nvSpPr>
          <p:cNvPr id="3" name="Text Placeholder 2">
            <a:extLst>
              <a:ext uri="{FF2B5EF4-FFF2-40B4-BE49-F238E27FC236}">
                <a16:creationId xmlns:a16="http://schemas.microsoft.com/office/drawing/2014/main" id="{8E054DFA-4C17-2AA0-0E19-8D452B73AA20}"/>
              </a:ext>
            </a:extLst>
          </p:cNvPr>
          <p:cNvSpPr>
            <a:spLocks noGrp="1"/>
          </p:cNvSpPr>
          <p:nvPr>
            <p:ph type="body" idx="1"/>
          </p:nvPr>
        </p:nvSpPr>
        <p:spPr>
          <a:xfrm>
            <a:off x="4056992" y="4589463"/>
            <a:ext cx="729045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grpSp>
        <p:nvGrpSpPr>
          <p:cNvPr id="7" name="Group 6">
            <a:extLst>
              <a:ext uri="{FF2B5EF4-FFF2-40B4-BE49-F238E27FC236}">
                <a16:creationId xmlns:a16="http://schemas.microsoft.com/office/drawing/2014/main" id="{AF8D5DED-A875-4BFE-015E-C29679EC468C}"/>
              </a:ext>
            </a:extLst>
          </p:cNvPr>
          <p:cNvGrpSpPr/>
          <p:nvPr userDrawn="1"/>
        </p:nvGrpSpPr>
        <p:grpSpPr>
          <a:xfrm>
            <a:off x="3979533" y="5801746"/>
            <a:ext cx="8221703" cy="0"/>
            <a:chOff x="3733800" y="5539861"/>
            <a:chExt cx="8221703" cy="0"/>
          </a:xfrm>
        </p:grpSpPr>
        <p:cxnSp>
          <p:nvCxnSpPr>
            <p:cNvPr id="8" name="Straight Connector 7">
              <a:extLst>
                <a:ext uri="{FF2B5EF4-FFF2-40B4-BE49-F238E27FC236}">
                  <a16:creationId xmlns:a16="http://schemas.microsoft.com/office/drawing/2014/main" id="{4ED54A14-B37E-AA5D-2F7D-4530DEF3C347}"/>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611F7DB-0F8D-8E5A-0137-AD5E5B20C351}"/>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22719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lumn dark">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6" name="Rectangle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cxnSp>
        <p:nvCxnSpPr>
          <p:cNvPr id="7" name="Straight Connector 6">
            <a:extLst>
              <a:ext uri="{FF2B5EF4-FFF2-40B4-BE49-F238E27FC236}">
                <a16:creationId xmlns:a16="http://schemas.microsoft.com/office/drawing/2014/main" id="{01882412-D2D4-9CF0-CD39-2EAE79B8A310}"/>
              </a:ext>
            </a:extLst>
          </p:cNvPr>
          <p:cNvCxnSpPr>
            <a:cxnSpLocks/>
          </p:cNvCxnSpPr>
          <p:nvPr userDrawn="1"/>
        </p:nvCxnSpPr>
        <p:spPr>
          <a:xfrm>
            <a:off x="4267200" y="2523744"/>
            <a:ext cx="7924800" cy="883"/>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229B6F2-011B-853F-5BA1-FA1722B6E1C8}"/>
              </a:ext>
            </a:extLst>
          </p:cNvPr>
          <p:cNvCxnSpPr>
            <a:cxnSpLocks/>
          </p:cNvCxnSpPr>
          <p:nvPr userDrawn="1"/>
        </p:nvCxnSpPr>
        <p:spPr>
          <a:xfrm>
            <a:off x="723384" y="2523744"/>
            <a:ext cx="3543816"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bg1"/>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5111496" cy="1682750"/>
          </a:xfrm>
        </p:spPr>
        <p:txBody>
          <a:bodyPr/>
          <a:lstStyle>
            <a:lvl1pPr marL="283464" indent="-283464">
              <a:lnSpc>
                <a:spcPct val="150000"/>
              </a:lnSpc>
              <a:spcBef>
                <a:spcPts val="0"/>
              </a:spcBef>
              <a:defRPr sz="1600">
                <a:solidFill>
                  <a:schemeClr val="bg1"/>
                </a:solidFill>
              </a:defRPr>
            </a:lvl1pPr>
            <a:lvl2pPr indent="-283464">
              <a:lnSpc>
                <a:spcPct val="150000"/>
              </a:lnSpc>
              <a:spcBef>
                <a:spcPts val="0"/>
              </a:spcBef>
              <a:defRPr sz="1600">
                <a:solidFill>
                  <a:schemeClr val="bg1"/>
                </a:solidFill>
              </a:defRPr>
            </a:lvl2pPr>
            <a:lvl3pPr indent="-283464">
              <a:lnSpc>
                <a:spcPct val="150000"/>
              </a:lnSpc>
              <a:spcBef>
                <a:spcPts val="0"/>
              </a:spcBef>
              <a:defRPr sz="1600">
                <a:solidFill>
                  <a:schemeClr val="bg1"/>
                </a:solidFill>
              </a:defRPr>
            </a:lvl3pPr>
            <a:lvl4pPr indent="-283464">
              <a:lnSpc>
                <a:spcPct val="150000"/>
              </a:lnSpc>
              <a:spcBef>
                <a:spcPts val="0"/>
              </a:spcBef>
              <a:defRPr sz="1600">
                <a:solidFill>
                  <a:schemeClr val="bg1"/>
                </a:solidFill>
              </a:defRPr>
            </a:lvl4pPr>
            <a:lvl5pPr indent="-283464">
              <a:lnSpc>
                <a:spcPct val="150000"/>
              </a:lnSpc>
              <a:spcBef>
                <a:spcPts val="0"/>
              </a:spcBef>
              <a:defRPr sz="16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5111496" cy="1682750"/>
          </a:xfrm>
        </p:spPr>
        <p:txBody>
          <a:bodyPr/>
          <a:lstStyle>
            <a:lvl1pPr marL="283464" indent="-283464">
              <a:lnSpc>
                <a:spcPct val="150000"/>
              </a:lnSpc>
              <a:spcBef>
                <a:spcPts val="0"/>
              </a:spcBef>
              <a:defRPr sz="1600">
                <a:solidFill>
                  <a:schemeClr val="bg1"/>
                </a:solidFill>
              </a:defRPr>
            </a:lvl1pPr>
            <a:lvl2pPr indent="-283464">
              <a:lnSpc>
                <a:spcPct val="150000"/>
              </a:lnSpc>
              <a:spcBef>
                <a:spcPts val="0"/>
              </a:spcBef>
              <a:defRPr sz="1600">
                <a:solidFill>
                  <a:schemeClr val="bg1"/>
                </a:solidFill>
              </a:defRPr>
            </a:lvl2pPr>
            <a:lvl3pPr indent="-283464">
              <a:lnSpc>
                <a:spcPct val="150000"/>
              </a:lnSpc>
              <a:spcBef>
                <a:spcPts val="0"/>
              </a:spcBef>
              <a:defRPr sz="1600">
                <a:solidFill>
                  <a:schemeClr val="bg1"/>
                </a:solidFill>
              </a:defRPr>
            </a:lvl3pPr>
            <a:lvl4pPr indent="-283464">
              <a:lnSpc>
                <a:spcPct val="150000"/>
              </a:lnSpc>
              <a:spcBef>
                <a:spcPts val="0"/>
              </a:spcBef>
              <a:defRPr sz="1600">
                <a:solidFill>
                  <a:schemeClr val="bg1"/>
                </a:solidFill>
              </a:defRPr>
            </a:lvl4pPr>
            <a:lvl5pPr indent="-283464">
              <a:lnSpc>
                <a:spcPct val="150000"/>
              </a:lnSpc>
              <a:spcBef>
                <a:spcPts val="0"/>
              </a:spcBef>
              <a:defRPr sz="16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89611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 light">
    <p:bg>
      <p:bgPr>
        <a:solidFill>
          <a:schemeClr val="accent6"/>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6" name="Rectangle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3" name="Group 12">
            <a:extLst>
              <a:ext uri="{FF2B5EF4-FFF2-40B4-BE49-F238E27FC236}">
                <a16:creationId xmlns:a16="http://schemas.microsoft.com/office/drawing/2014/main" id="{4ED40495-D9DB-AA87-4474-68DA5D8CA88C}"/>
              </a:ext>
            </a:extLst>
          </p:cNvPr>
          <p:cNvGrpSpPr/>
          <p:nvPr userDrawn="1"/>
        </p:nvGrpSpPr>
        <p:grpSpPr>
          <a:xfrm rot="10800000">
            <a:off x="726958" y="2521655"/>
            <a:ext cx="11480808" cy="1"/>
            <a:chOff x="2077471" y="5539116"/>
            <a:chExt cx="11480808" cy="1"/>
          </a:xfrm>
        </p:grpSpPr>
        <p:cxnSp>
          <p:nvCxnSpPr>
            <p:cNvPr id="16" name="Straight Connector 15">
              <a:extLst>
                <a:ext uri="{FF2B5EF4-FFF2-40B4-BE49-F238E27FC236}">
                  <a16:creationId xmlns:a16="http://schemas.microsoft.com/office/drawing/2014/main" id="{A15A6649-BE77-6F3F-DF74-0045E0AC6025}"/>
                </a:ext>
              </a:extLst>
            </p:cNvPr>
            <p:cNvCxnSpPr>
              <a:cxnSpLocks/>
            </p:cNvCxnSpPr>
            <p:nvPr/>
          </p:nvCxnSpPr>
          <p:spPr>
            <a:xfrm>
              <a:off x="2077471" y="5539116"/>
              <a:ext cx="4755396"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EF33DD1-C51F-9BE1-2F97-D4025B3E653D}"/>
                </a:ext>
              </a:extLst>
            </p:cNvPr>
            <p:cNvCxnSpPr>
              <a:cxnSpLocks/>
            </p:cNvCxnSpPr>
            <p:nvPr/>
          </p:nvCxnSpPr>
          <p:spPr>
            <a:xfrm>
              <a:off x="6816103" y="5539117"/>
              <a:ext cx="6742176"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5874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dark band">
    <p:bg>
      <p:bgPr>
        <a:solidFill>
          <a:schemeClr val="accent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966E69F-7113-AC99-F7E1-A44B7D64DEF3}"/>
              </a:ext>
            </a:extLst>
          </p:cNvPr>
          <p:cNvSpPr/>
          <p:nvPr userDrawn="1"/>
        </p:nvSpPr>
        <p:spPr>
          <a:xfrm>
            <a:off x="0" y="0"/>
            <a:ext cx="12192000" cy="304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P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lvl1pPr>
              <a:defRPr>
                <a:solidFill>
                  <a:schemeClr val="accent5"/>
                </a:solidFill>
              </a:defRPr>
            </a:lvl1p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lvl1pPr>
              <a:defRPr>
                <a:solidFill>
                  <a:schemeClr val="accent5"/>
                </a:solidFill>
              </a:defRPr>
            </a:lvl1p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accent5"/>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348386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931920"/>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931920"/>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9" name="Group 18">
            <a:extLst>
              <a:ext uri="{FF2B5EF4-FFF2-40B4-BE49-F238E27FC236}">
                <a16:creationId xmlns:a16="http://schemas.microsoft.com/office/drawing/2014/main" id="{FF8CCEDA-D691-A48A-BAAF-D004EBE38E55}"/>
              </a:ext>
            </a:extLst>
          </p:cNvPr>
          <p:cNvGrpSpPr/>
          <p:nvPr userDrawn="1"/>
        </p:nvGrpSpPr>
        <p:grpSpPr>
          <a:xfrm rot="16200000" flipV="1">
            <a:off x="8764091" y="3943349"/>
            <a:ext cx="5829301" cy="0"/>
            <a:chOff x="2287349" y="55407920"/>
            <a:chExt cx="11160369" cy="0"/>
          </a:xfrm>
        </p:grpSpPr>
        <p:cxnSp>
          <p:nvCxnSpPr>
            <p:cNvPr id="20" name="Straight Connector 19">
              <a:extLst>
                <a:ext uri="{FF2B5EF4-FFF2-40B4-BE49-F238E27FC236}">
                  <a16:creationId xmlns:a16="http://schemas.microsoft.com/office/drawing/2014/main" id="{5605A0EB-A31A-D2D4-5671-D1F763493E1F}"/>
                </a:ext>
              </a:extLst>
            </p:cNvPr>
            <p:cNvCxnSpPr>
              <a:cxnSpLocks/>
            </p:cNvCxnSpPr>
            <p:nvPr/>
          </p:nvCxnSpPr>
          <p:spPr>
            <a:xfrm rot="16200000">
              <a:off x="5934529" y="51760740"/>
              <a:ext cx="0" cy="729436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FEFE03D-E00E-B4FD-6765-44E55D5FA212}"/>
                </a:ext>
              </a:extLst>
            </p:cNvPr>
            <p:cNvCxnSpPr>
              <a:cxnSpLocks/>
            </p:cNvCxnSpPr>
            <p:nvPr/>
          </p:nvCxnSpPr>
          <p:spPr>
            <a:xfrm rot="16200000">
              <a:off x="11514714" y="53474916"/>
              <a:ext cx="0" cy="3866008"/>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6280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on the left">
    <p:bg>
      <p:bgPr>
        <a:solidFill>
          <a:schemeClr val="accent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F5A1967-7F8F-319E-2E67-BD9E4F074B05}"/>
              </a:ext>
            </a:extLst>
          </p:cNvPr>
          <p:cNvSpPr/>
          <p:nvPr userDrawn="1"/>
        </p:nvSpPr>
        <p:spPr>
          <a:xfrm>
            <a:off x="8115301" y="0"/>
            <a:ext cx="40766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P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solidFill>
                <a:schemeClr val="bg2"/>
              </a:solidFill>
            </a:endParaRPr>
          </a:p>
        </p:txBody>
      </p:sp>
      <p:grpSp>
        <p:nvGrpSpPr>
          <p:cNvPr id="19" name="Group 18">
            <a:extLst>
              <a:ext uri="{FF2B5EF4-FFF2-40B4-BE49-F238E27FC236}">
                <a16:creationId xmlns:a16="http://schemas.microsoft.com/office/drawing/2014/main" id="{52425424-7549-BE00-EA05-384DBD00F3B2}"/>
              </a:ext>
            </a:extLst>
          </p:cNvPr>
          <p:cNvGrpSpPr/>
          <p:nvPr userDrawn="1"/>
        </p:nvGrpSpPr>
        <p:grpSpPr>
          <a:xfrm>
            <a:off x="6317679" y="4564864"/>
            <a:ext cx="5858373" cy="385"/>
            <a:chOff x="5440605" y="5540787"/>
            <a:chExt cx="5858373" cy="385"/>
          </a:xfrm>
        </p:grpSpPr>
        <p:cxnSp>
          <p:nvCxnSpPr>
            <p:cNvPr id="20" name="Straight Connector 19">
              <a:extLst>
                <a:ext uri="{FF2B5EF4-FFF2-40B4-BE49-F238E27FC236}">
                  <a16:creationId xmlns:a16="http://schemas.microsoft.com/office/drawing/2014/main" id="{4D88329B-DC1A-F93F-7A3A-84FDE2989BB6}"/>
                </a:ext>
              </a:extLst>
            </p:cNvPr>
            <p:cNvCxnSpPr>
              <a:cxnSpLocks/>
            </p:cNvCxnSpPr>
            <p:nvPr/>
          </p:nvCxnSpPr>
          <p:spPr>
            <a:xfrm>
              <a:off x="5440605" y="5541172"/>
              <a:ext cx="179762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7690B71-E252-7020-6DC7-F643767B2B78}"/>
                </a:ext>
              </a:extLst>
            </p:cNvPr>
            <p:cNvCxnSpPr>
              <a:cxnSpLocks/>
            </p:cNvCxnSpPr>
            <p:nvPr/>
          </p:nvCxnSpPr>
          <p:spPr>
            <a:xfrm>
              <a:off x="7237724" y="5540787"/>
              <a:ext cx="406125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217920" y="2514600"/>
            <a:ext cx="4846320" cy="1682749"/>
          </a:xfrm>
        </p:spPr>
        <p:txBody>
          <a:bodyPr/>
          <a:lstStyle>
            <a:lvl1pPr>
              <a:lnSpc>
                <a:spcPct val="100000"/>
              </a:lnSpc>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30936"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30936" y="358444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179222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365760" y="4123944"/>
            <a:ext cx="4754880" cy="941831"/>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
        <p:nvSpPr>
          <p:cNvPr id="22" name="Text Placeholder 10">
            <a:extLst>
              <a:ext uri="{FF2B5EF4-FFF2-40B4-BE49-F238E27FC236}">
                <a16:creationId xmlns:a16="http://schemas.microsoft.com/office/drawing/2014/main" id="{93287C28-1CA8-AEA5-1E16-BC0B1E99CD24}"/>
              </a:ext>
            </a:extLst>
          </p:cNvPr>
          <p:cNvSpPr>
            <a:spLocks noGrp="1"/>
          </p:cNvSpPr>
          <p:nvPr>
            <p:ph type="body" sz="quarter" idx="17"/>
          </p:nvPr>
        </p:nvSpPr>
        <p:spPr>
          <a:xfrm>
            <a:off x="630936" y="5065776"/>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23" name="Text Placeholder 13">
            <a:extLst>
              <a:ext uri="{FF2B5EF4-FFF2-40B4-BE49-F238E27FC236}">
                <a16:creationId xmlns:a16="http://schemas.microsoft.com/office/drawing/2014/main" id="{19920C32-5167-72B1-7B9E-709723F907CE}"/>
              </a:ext>
            </a:extLst>
          </p:cNvPr>
          <p:cNvSpPr>
            <a:spLocks noGrp="1"/>
          </p:cNvSpPr>
          <p:nvPr>
            <p:ph type="body" sz="quarter" idx="18"/>
          </p:nvPr>
        </p:nvSpPr>
        <p:spPr>
          <a:xfrm>
            <a:off x="365760" y="5605272"/>
            <a:ext cx="4754880" cy="1143254"/>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3775982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on the right">
    <p:bg>
      <p:bgPr>
        <a:solidFill>
          <a:schemeClr val="bg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5F7D9D8-A960-E038-84D2-764C7A50F698}"/>
              </a:ext>
            </a:extLst>
          </p:cNvPr>
          <p:cNvSpPr/>
          <p:nvPr userDrawn="1"/>
        </p:nvSpPr>
        <p:spPr>
          <a:xfrm>
            <a:off x="-12700" y="858"/>
            <a:ext cx="3060700" cy="685714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bg1"/>
              </a:solidFill>
            </a:endParaRPr>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a:lstStyle>
            <a:lvl1pPr>
              <a:lnSpc>
                <a:spcPct val="80000"/>
              </a:lnSpc>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89320" y="179222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89320" y="394106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a:extLst>
              <a:ext uri="{FF2B5EF4-FFF2-40B4-BE49-F238E27FC236}">
                <a16:creationId xmlns:a16="http://schemas.microsoft.com/office/drawing/2014/main" id="{40DF3371-342F-C17D-5A7F-EF76E89A55C5}"/>
              </a:ext>
            </a:extLst>
          </p:cNvPr>
          <p:cNvGrpSpPr/>
          <p:nvPr userDrawn="1"/>
        </p:nvGrpSpPr>
        <p:grpSpPr>
          <a:xfrm>
            <a:off x="-11882" y="3045007"/>
            <a:ext cx="4279082" cy="364"/>
            <a:chOff x="5475479" y="5537794"/>
            <a:chExt cx="4279082" cy="364"/>
          </a:xfrm>
        </p:grpSpPr>
        <p:cxnSp>
          <p:nvCxnSpPr>
            <p:cNvPr id="24" name="Straight Connector 23">
              <a:extLst>
                <a:ext uri="{FF2B5EF4-FFF2-40B4-BE49-F238E27FC236}">
                  <a16:creationId xmlns:a16="http://schemas.microsoft.com/office/drawing/2014/main" id="{84369914-5489-3EA1-5419-F83F6C7A150D}"/>
                </a:ext>
              </a:extLst>
            </p:cNvPr>
            <p:cNvCxnSpPr>
              <a:cxnSpLocks/>
            </p:cNvCxnSpPr>
            <p:nvPr/>
          </p:nvCxnSpPr>
          <p:spPr>
            <a:xfrm>
              <a:off x="5475479" y="5537976"/>
              <a:ext cx="30607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BDE23CC-0B75-F3A6-1882-265BF90D4AA1}"/>
                </a:ext>
              </a:extLst>
            </p:cNvPr>
            <p:cNvCxnSpPr>
              <a:cxnSpLocks/>
            </p:cNvCxnSpPr>
            <p:nvPr/>
          </p:nvCxnSpPr>
          <p:spPr>
            <a:xfrm flipV="1">
              <a:off x="8537690" y="5537794"/>
              <a:ext cx="1216871" cy="364"/>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909772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on the right dark">
    <p:bg>
      <p:bgPr>
        <a:solidFill>
          <a:schemeClr val="accent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749AEB6-4539-A203-D085-8EBE329C08E0}"/>
              </a:ext>
            </a:extLst>
          </p:cNvPr>
          <p:cNvSpPr/>
          <p:nvPr userDrawn="1"/>
        </p:nvSpPr>
        <p:spPr>
          <a:xfrm>
            <a:off x="3962399" y="858"/>
            <a:ext cx="8271641" cy="68571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2"/>
              </a:solidFill>
            </a:endParaRPr>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lvl1pPr>
              <a:defRPr>
                <a:solidFill>
                  <a:schemeClr val="bg1"/>
                </a:solidFill>
              </a:defRPr>
            </a:lvl1p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a:lstStyle>
            <a:lvl1pPr>
              <a:lnSpc>
                <a:spcPct val="80000"/>
              </a:lnSpc>
              <a:defRPr sz="5000">
                <a:solidFill>
                  <a:schemeClr val="accent4"/>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35331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71032" y="1792224"/>
            <a:ext cx="4754880" cy="1682750"/>
          </a:xfrm>
        </p:spPr>
        <p:txBody>
          <a:bodyPr/>
          <a:lstStyle>
            <a:lvl1pPr marL="283464" indent="-283464">
              <a:lnSpc>
                <a:spcPct val="150000"/>
              </a:lnSpc>
              <a:spcBef>
                <a:spcPts val="0"/>
              </a:spcBef>
              <a:defRPr sz="1600">
                <a:solidFill>
                  <a:schemeClr val="accent5"/>
                </a:solidFill>
              </a:defRPr>
            </a:lvl1pPr>
            <a:lvl2pPr indent="-283464">
              <a:lnSpc>
                <a:spcPct val="150000"/>
              </a:lnSpc>
              <a:spcBef>
                <a:spcPts val="0"/>
              </a:spcBef>
              <a:defRPr sz="1600">
                <a:solidFill>
                  <a:schemeClr val="accent5"/>
                </a:solidFill>
              </a:defRPr>
            </a:lvl2pPr>
            <a:lvl3pPr indent="-283464">
              <a:lnSpc>
                <a:spcPct val="150000"/>
              </a:lnSpc>
              <a:spcBef>
                <a:spcPts val="0"/>
              </a:spcBef>
              <a:defRPr sz="1600">
                <a:solidFill>
                  <a:schemeClr val="accent5"/>
                </a:solidFill>
              </a:defRPr>
            </a:lvl3pPr>
            <a:lvl4pPr indent="-283464">
              <a:lnSpc>
                <a:spcPct val="150000"/>
              </a:lnSpc>
              <a:spcBef>
                <a:spcPts val="0"/>
              </a:spcBef>
              <a:defRPr sz="1600">
                <a:solidFill>
                  <a:schemeClr val="accent5"/>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71032" y="3941064"/>
            <a:ext cx="4754880" cy="1682750"/>
          </a:xfrm>
        </p:spPr>
        <p:txBody>
          <a:bodyPr/>
          <a:lstStyle>
            <a:lvl1pPr marL="283464" indent="-283464">
              <a:lnSpc>
                <a:spcPct val="150000"/>
              </a:lnSpc>
              <a:spcBef>
                <a:spcPts val="0"/>
              </a:spcBef>
              <a:defRPr sz="1600">
                <a:solidFill>
                  <a:schemeClr val="accent5"/>
                </a:solidFill>
              </a:defRPr>
            </a:lvl1pPr>
            <a:lvl2pPr indent="-283464">
              <a:lnSpc>
                <a:spcPct val="150000"/>
              </a:lnSpc>
              <a:spcBef>
                <a:spcPts val="0"/>
              </a:spcBef>
              <a:defRPr sz="1600">
                <a:solidFill>
                  <a:schemeClr val="accent5"/>
                </a:solidFill>
              </a:defRPr>
            </a:lvl2pPr>
            <a:lvl3pPr indent="-283464">
              <a:lnSpc>
                <a:spcPct val="150000"/>
              </a:lnSpc>
              <a:spcBef>
                <a:spcPts val="0"/>
              </a:spcBef>
              <a:defRPr sz="1600">
                <a:solidFill>
                  <a:schemeClr val="accent5"/>
                </a:solidFill>
              </a:defRPr>
            </a:lvl3pPr>
            <a:lvl4pPr indent="-283464">
              <a:lnSpc>
                <a:spcPct val="150000"/>
              </a:lnSpc>
              <a:spcBef>
                <a:spcPts val="0"/>
              </a:spcBef>
              <a:defRPr sz="1600">
                <a:solidFill>
                  <a:schemeClr val="accent5"/>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a:extLst>
              <a:ext uri="{FF2B5EF4-FFF2-40B4-BE49-F238E27FC236}">
                <a16:creationId xmlns:a16="http://schemas.microsoft.com/office/drawing/2014/main" id="{0D78A0CF-0A37-4436-67C4-B32FD7703E96}"/>
              </a:ext>
            </a:extLst>
          </p:cNvPr>
          <p:cNvGrpSpPr/>
          <p:nvPr userDrawn="1"/>
        </p:nvGrpSpPr>
        <p:grpSpPr>
          <a:xfrm>
            <a:off x="-28308" y="2514621"/>
            <a:ext cx="5666632" cy="0"/>
            <a:chOff x="5464255" y="5541151"/>
            <a:chExt cx="5666632" cy="0"/>
          </a:xfrm>
        </p:grpSpPr>
        <p:cxnSp>
          <p:nvCxnSpPr>
            <p:cNvPr id="24" name="Straight Connector 23">
              <a:extLst>
                <a:ext uri="{FF2B5EF4-FFF2-40B4-BE49-F238E27FC236}">
                  <a16:creationId xmlns:a16="http://schemas.microsoft.com/office/drawing/2014/main" id="{8FC6D8A4-CA31-16C2-95B7-B98F65F29A69}"/>
                </a:ext>
              </a:extLst>
            </p:cNvPr>
            <p:cNvCxnSpPr>
              <a:cxnSpLocks/>
            </p:cNvCxnSpPr>
            <p:nvPr/>
          </p:nvCxnSpPr>
          <p:spPr>
            <a:xfrm>
              <a:off x="5464255" y="5541151"/>
              <a:ext cx="3991534"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2097A8D-64FC-CDBD-4497-5E32BC6AF9C2}"/>
                </a:ext>
              </a:extLst>
            </p:cNvPr>
            <p:cNvCxnSpPr>
              <a:cxnSpLocks/>
            </p:cNvCxnSpPr>
            <p:nvPr/>
          </p:nvCxnSpPr>
          <p:spPr>
            <a:xfrm>
              <a:off x="9454487" y="5541151"/>
              <a:ext cx="16764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8193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a:lstStyle/>
          <a:p>
            <a:r>
              <a:rPr lang="en-US" noProof="0"/>
              <a:t>Presentation title</a:t>
            </a:r>
          </a:p>
        </p:txBody>
      </p:sp>
      <p:sp>
        <p:nvSpPr>
          <p:cNvPr id="7" name="Slide Number Placehold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8" name="Title 1">
            <a:extLst>
              <a:ext uri="{FF2B5EF4-FFF2-40B4-BE49-F238E27FC236}">
                <a16:creationId xmlns:a16="http://schemas.microsoft.com/office/drawing/2014/main" id="{814A6C9A-83F0-5E94-8A5B-89CB08282C38}"/>
              </a:ext>
            </a:extLst>
          </p:cNvPr>
          <p:cNvSpPr>
            <a:spLocks noGrp="1"/>
          </p:cNvSpPr>
          <p:nvPr>
            <p:ph type="title"/>
          </p:nvPr>
        </p:nvSpPr>
        <p:spPr>
          <a:xfrm>
            <a:off x="2295144" y="1463040"/>
            <a:ext cx="7498080" cy="704088"/>
          </a:xfrm>
        </p:spPr>
        <p:txBody>
          <a:bodyPr/>
          <a:lstStyle>
            <a:lvl1pPr>
              <a:defRPr sz="5000"/>
            </a:lvl1pPr>
          </a:lstStyle>
          <a:p>
            <a:r>
              <a:rPr lang="en-US" noProof="0"/>
              <a:t>Click to edit Master title style</a:t>
            </a:r>
          </a:p>
        </p:txBody>
      </p:sp>
      <p:grpSp>
        <p:nvGrpSpPr>
          <p:cNvPr id="9" name="Group 8">
            <a:extLst>
              <a:ext uri="{FF2B5EF4-FFF2-40B4-BE49-F238E27FC236}">
                <a16:creationId xmlns:a16="http://schemas.microsoft.com/office/drawing/2014/main" id="{52784B99-8374-AA22-4161-578F9BF77E2B}"/>
              </a:ext>
            </a:extLst>
          </p:cNvPr>
          <p:cNvGrpSpPr/>
          <p:nvPr userDrawn="1"/>
        </p:nvGrpSpPr>
        <p:grpSpPr>
          <a:xfrm>
            <a:off x="2400300" y="2535841"/>
            <a:ext cx="9801127" cy="821"/>
            <a:chOff x="2286319" y="5546299"/>
            <a:chExt cx="9801127" cy="903"/>
          </a:xfrm>
        </p:grpSpPr>
        <p:cxnSp>
          <p:nvCxnSpPr>
            <p:cNvPr id="10" name="Straight Connector 9">
              <a:extLst>
                <a:ext uri="{FF2B5EF4-FFF2-40B4-BE49-F238E27FC236}">
                  <a16:creationId xmlns:a16="http://schemas.microsoft.com/office/drawing/2014/main" id="{F0F45B19-145D-7398-7A64-A88B28251AAD}"/>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029EB3C-D7BA-1FCE-3158-8F1116C6F5BE}"/>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2" name="Text Placeholder 10">
            <a:extLst>
              <a:ext uri="{FF2B5EF4-FFF2-40B4-BE49-F238E27FC236}">
                <a16:creationId xmlns:a16="http://schemas.microsoft.com/office/drawing/2014/main" id="{F8F78388-68BC-0124-C243-36D5B5DC78E6}"/>
              </a:ext>
            </a:extLst>
          </p:cNvPr>
          <p:cNvSpPr>
            <a:spLocks noGrp="1"/>
          </p:cNvSpPr>
          <p:nvPr>
            <p:ph type="body" sz="quarter" idx="13"/>
          </p:nvPr>
        </p:nvSpPr>
        <p:spPr>
          <a:xfrm>
            <a:off x="2322576"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3" name="Text Placeholder 10">
            <a:extLst>
              <a:ext uri="{FF2B5EF4-FFF2-40B4-BE49-F238E27FC236}">
                <a16:creationId xmlns:a16="http://schemas.microsoft.com/office/drawing/2014/main" id="{D7FBEF6F-7749-849E-36C5-CC056F30711F}"/>
              </a:ext>
            </a:extLst>
          </p:cNvPr>
          <p:cNvSpPr>
            <a:spLocks noGrp="1"/>
          </p:cNvSpPr>
          <p:nvPr>
            <p:ph type="body" sz="quarter" idx="14"/>
          </p:nvPr>
        </p:nvSpPr>
        <p:spPr>
          <a:xfrm>
            <a:off x="2322576" y="444398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8A350182-DD59-73E2-C20A-4B5FE6715444}"/>
              </a:ext>
            </a:extLst>
          </p:cNvPr>
          <p:cNvSpPr>
            <a:spLocks noGrp="1"/>
          </p:cNvSpPr>
          <p:nvPr>
            <p:ph type="body" sz="quarter" idx="15"/>
          </p:nvPr>
        </p:nvSpPr>
        <p:spPr>
          <a:xfrm>
            <a:off x="2020824" y="3401568"/>
            <a:ext cx="8379220" cy="975260"/>
          </a:xfrm>
        </p:spPr>
        <p:txBody>
          <a:bodyPr numCol="2"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E14A588-A920-9AE0-A268-A008EAF6FCBA}"/>
              </a:ext>
            </a:extLst>
          </p:cNvPr>
          <p:cNvSpPr>
            <a:spLocks noGrp="1"/>
          </p:cNvSpPr>
          <p:nvPr>
            <p:ph type="body" sz="quarter" idx="16"/>
          </p:nvPr>
        </p:nvSpPr>
        <p:spPr>
          <a:xfrm>
            <a:off x="2020824" y="4901184"/>
            <a:ext cx="8379220" cy="975260"/>
          </a:xfrm>
        </p:spPr>
        <p:txBody>
          <a:bodyPr numCol="2"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1789022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a:lstStyle/>
          <a:p>
            <a:r>
              <a:rPr lang="en-US" dirty="0"/>
              <a:t>Presentation title</a:t>
            </a:r>
            <a:endParaRPr lang="en-PK"/>
          </a:p>
        </p:txBody>
      </p:sp>
      <p:sp>
        <p:nvSpPr>
          <p:cNvPr id="7" name="Slide Number Placehold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8" name="Title 1">
            <a:extLst>
              <a:ext uri="{FF2B5EF4-FFF2-40B4-BE49-F238E27FC236}">
                <a16:creationId xmlns:a16="http://schemas.microsoft.com/office/drawing/2014/main" id="{814A6C9A-83F0-5E94-8A5B-89CB08282C38}"/>
              </a:ext>
            </a:extLst>
          </p:cNvPr>
          <p:cNvSpPr>
            <a:spLocks noGrp="1"/>
          </p:cNvSpPr>
          <p:nvPr>
            <p:ph type="title"/>
          </p:nvPr>
        </p:nvSpPr>
        <p:spPr>
          <a:xfrm>
            <a:off x="603504" y="1463040"/>
            <a:ext cx="10871708" cy="704088"/>
          </a:xfrm>
        </p:spPr>
        <p:txBody>
          <a:bodyPr/>
          <a:lstStyle>
            <a:lvl1pPr>
              <a:defRPr sz="5000"/>
            </a:lvl1pPr>
          </a:lstStyle>
          <a:p>
            <a:r>
              <a:rPr lang="en-US" dirty="0"/>
              <a:t>Click to edit Master title style</a:t>
            </a:r>
            <a:endParaRPr lang="en-PK" dirty="0"/>
          </a:p>
        </p:txBody>
      </p:sp>
      <p:sp>
        <p:nvSpPr>
          <p:cNvPr id="12" name="Text Placeholder 10">
            <a:extLst>
              <a:ext uri="{FF2B5EF4-FFF2-40B4-BE49-F238E27FC236}">
                <a16:creationId xmlns:a16="http://schemas.microsoft.com/office/drawing/2014/main" id="{F8F78388-68BC-0124-C243-36D5B5DC78E6}"/>
              </a:ext>
            </a:extLst>
          </p:cNvPr>
          <p:cNvSpPr>
            <a:spLocks noGrp="1"/>
          </p:cNvSpPr>
          <p:nvPr>
            <p:ph type="body" sz="quarter" idx="13"/>
          </p:nvPr>
        </p:nvSpPr>
        <p:spPr>
          <a:xfrm>
            <a:off x="649224"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
        <p:nvSpPr>
          <p:cNvPr id="13" name="Text Placeholder 10">
            <a:extLst>
              <a:ext uri="{FF2B5EF4-FFF2-40B4-BE49-F238E27FC236}">
                <a16:creationId xmlns:a16="http://schemas.microsoft.com/office/drawing/2014/main" id="{D7FBEF6F-7749-849E-36C5-CC056F30711F}"/>
              </a:ext>
            </a:extLst>
          </p:cNvPr>
          <p:cNvSpPr>
            <a:spLocks noGrp="1"/>
          </p:cNvSpPr>
          <p:nvPr>
            <p:ph type="body" sz="quarter" idx="14"/>
          </p:nvPr>
        </p:nvSpPr>
        <p:spPr>
          <a:xfrm>
            <a:off x="4334256"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
        <p:nvSpPr>
          <p:cNvPr id="14" name="Text Placeholder 13">
            <a:extLst>
              <a:ext uri="{FF2B5EF4-FFF2-40B4-BE49-F238E27FC236}">
                <a16:creationId xmlns:a16="http://schemas.microsoft.com/office/drawing/2014/main" id="{8A350182-DD59-73E2-C20A-4B5FE6715444}"/>
              </a:ext>
            </a:extLst>
          </p:cNvPr>
          <p:cNvSpPr>
            <a:spLocks noGrp="1"/>
          </p:cNvSpPr>
          <p:nvPr>
            <p:ph type="body" sz="quarter" idx="15"/>
          </p:nvPr>
        </p:nvSpPr>
        <p:spPr>
          <a:xfrm>
            <a:off x="365760"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3">
            <a:extLst>
              <a:ext uri="{FF2B5EF4-FFF2-40B4-BE49-F238E27FC236}">
                <a16:creationId xmlns:a16="http://schemas.microsoft.com/office/drawing/2014/main" id="{5E14A588-A920-9AE0-A268-A008EAF6FCBA}"/>
              </a:ext>
            </a:extLst>
          </p:cNvPr>
          <p:cNvSpPr>
            <a:spLocks noGrp="1"/>
          </p:cNvSpPr>
          <p:nvPr>
            <p:ph type="body" sz="quarter" idx="16"/>
          </p:nvPr>
        </p:nvSpPr>
        <p:spPr>
          <a:xfrm>
            <a:off x="4005072"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grpSp>
        <p:nvGrpSpPr>
          <p:cNvPr id="16" name="Group 15">
            <a:extLst>
              <a:ext uri="{FF2B5EF4-FFF2-40B4-BE49-F238E27FC236}">
                <a16:creationId xmlns:a16="http://schemas.microsoft.com/office/drawing/2014/main" id="{B8221A12-8B19-605A-2244-2D732269C955}"/>
              </a:ext>
            </a:extLst>
          </p:cNvPr>
          <p:cNvGrpSpPr/>
          <p:nvPr userDrawn="1"/>
        </p:nvGrpSpPr>
        <p:grpSpPr>
          <a:xfrm>
            <a:off x="716788" y="2527173"/>
            <a:ext cx="10758424" cy="1564"/>
            <a:chOff x="2792270" y="5541172"/>
            <a:chExt cx="11391900" cy="158"/>
          </a:xfrm>
        </p:grpSpPr>
        <p:cxnSp>
          <p:nvCxnSpPr>
            <p:cNvPr id="17" name="Straight Connector 16">
              <a:extLst>
                <a:ext uri="{FF2B5EF4-FFF2-40B4-BE49-F238E27FC236}">
                  <a16:creationId xmlns:a16="http://schemas.microsoft.com/office/drawing/2014/main" id="{A86C500B-5A93-298F-7CEF-ED445452E460}"/>
                </a:ext>
              </a:extLst>
            </p:cNvPr>
            <p:cNvCxnSpPr>
              <a:cxnSpLocks/>
            </p:cNvCxnSpPr>
            <p:nvPr/>
          </p:nvCxnSpPr>
          <p:spPr>
            <a:xfrm>
              <a:off x="2792270" y="5541172"/>
              <a:ext cx="676046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7A559BC-EF4A-29D4-CF56-6425516A5D91}"/>
                </a:ext>
              </a:extLst>
            </p:cNvPr>
            <p:cNvCxnSpPr>
              <a:cxnSpLocks/>
            </p:cNvCxnSpPr>
            <p:nvPr/>
          </p:nvCxnSpPr>
          <p:spPr>
            <a:xfrm>
              <a:off x="9552734" y="5541330"/>
              <a:ext cx="4631436"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9" name="Text Placeholder 10">
            <a:extLst>
              <a:ext uri="{FF2B5EF4-FFF2-40B4-BE49-F238E27FC236}">
                <a16:creationId xmlns:a16="http://schemas.microsoft.com/office/drawing/2014/main" id="{D2D34186-8505-57AE-F518-0C83BF1C06C9}"/>
              </a:ext>
            </a:extLst>
          </p:cNvPr>
          <p:cNvSpPr>
            <a:spLocks noGrp="1"/>
          </p:cNvSpPr>
          <p:nvPr>
            <p:ph type="body" sz="quarter" idx="17"/>
          </p:nvPr>
        </p:nvSpPr>
        <p:spPr>
          <a:xfrm>
            <a:off x="8266176"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
        <p:nvSpPr>
          <p:cNvPr id="20" name="Text Placeholder 13">
            <a:extLst>
              <a:ext uri="{FF2B5EF4-FFF2-40B4-BE49-F238E27FC236}">
                <a16:creationId xmlns:a16="http://schemas.microsoft.com/office/drawing/2014/main" id="{ABE767DA-9D93-94AD-D34D-2B8A51A76645}"/>
              </a:ext>
            </a:extLst>
          </p:cNvPr>
          <p:cNvSpPr>
            <a:spLocks noGrp="1"/>
          </p:cNvSpPr>
          <p:nvPr>
            <p:ph type="body" sz="quarter" idx="18"/>
          </p:nvPr>
        </p:nvSpPr>
        <p:spPr>
          <a:xfrm>
            <a:off x="7973568"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181475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6"/>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AE86B75-C16C-C033-D27D-FF84EFB71131}"/>
              </a:ext>
            </a:extLst>
          </p:cNvPr>
          <p:cNvSpPr/>
          <p:nvPr userDrawn="1"/>
        </p:nvSpPr>
        <p:spPr>
          <a:xfrm>
            <a:off x="0" y="0"/>
            <a:ext cx="100203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31443F-EAC2-06D1-A3D1-D73510EAF2A3}"/>
              </a:ext>
            </a:extLst>
          </p:cNvPr>
          <p:cNvSpPr>
            <a:spLocks noGrp="1"/>
          </p:cNvSpPr>
          <p:nvPr>
            <p:ph type="title"/>
          </p:nvPr>
        </p:nvSpPr>
        <p:spPr>
          <a:xfrm>
            <a:off x="2313432" y="1426464"/>
            <a:ext cx="6675120" cy="1702816"/>
          </a:xfrm>
        </p:spPr>
        <p:txBody>
          <a:bodyPr anchor="t"/>
          <a:lstStyle>
            <a:lvl1pPr>
              <a:lnSpc>
                <a:spcPct val="80000"/>
              </a:lnSpc>
              <a:defRPr sz="7200" cap="all" baseline="0">
                <a:solidFill>
                  <a:schemeClr val="bg1"/>
                </a:solidFill>
              </a:defRPr>
            </a:lvl1pPr>
          </a:lstStyle>
          <a:p>
            <a:r>
              <a:rPr lang="en-US" dirty="0"/>
              <a:t>Click to edit Master title style</a:t>
            </a:r>
          </a:p>
        </p:txBody>
      </p:sp>
      <p:grpSp>
        <p:nvGrpSpPr>
          <p:cNvPr id="7" name="Group 6">
            <a:extLst>
              <a:ext uri="{FF2B5EF4-FFF2-40B4-BE49-F238E27FC236}">
                <a16:creationId xmlns:a16="http://schemas.microsoft.com/office/drawing/2014/main" id="{D80535FC-1B0E-C4EB-FE55-190522219FEA}"/>
              </a:ext>
            </a:extLst>
          </p:cNvPr>
          <p:cNvGrpSpPr/>
          <p:nvPr userDrawn="1"/>
        </p:nvGrpSpPr>
        <p:grpSpPr>
          <a:xfrm>
            <a:off x="3979533" y="5799270"/>
            <a:ext cx="8212467" cy="0"/>
            <a:chOff x="3733800" y="5537385"/>
            <a:chExt cx="8212467" cy="0"/>
          </a:xfrm>
        </p:grpSpPr>
        <p:cxnSp>
          <p:nvCxnSpPr>
            <p:cNvPr id="8" name="Straight Connector 7">
              <a:extLst>
                <a:ext uri="{FF2B5EF4-FFF2-40B4-BE49-F238E27FC236}">
                  <a16:creationId xmlns:a16="http://schemas.microsoft.com/office/drawing/2014/main" id="{9CA6B206-18E0-06D2-958F-E859A1428A57}"/>
                </a:ext>
              </a:extLst>
            </p:cNvPr>
            <p:cNvCxnSpPr>
              <a:cxnSpLocks/>
            </p:cNvCxnSpPr>
            <p:nvPr/>
          </p:nvCxnSpPr>
          <p:spPr>
            <a:xfrm>
              <a:off x="3733800" y="5537385"/>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447EEA7-F856-F6C0-18DD-5D37FD51D45B}"/>
                </a:ext>
              </a:extLst>
            </p:cNvPr>
            <p:cNvCxnSpPr>
              <a:cxnSpLocks/>
            </p:cNvCxnSpPr>
            <p:nvPr/>
          </p:nvCxnSpPr>
          <p:spPr>
            <a:xfrm>
              <a:off x="9774567" y="5537385"/>
              <a:ext cx="217170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Text Placeholder 10">
            <a:extLst>
              <a:ext uri="{FF2B5EF4-FFF2-40B4-BE49-F238E27FC236}">
                <a16:creationId xmlns:a16="http://schemas.microsoft.com/office/drawing/2014/main" id="{A9C909AE-4D54-F197-103E-29E9C2597F56}"/>
              </a:ext>
            </a:extLst>
          </p:cNvPr>
          <p:cNvSpPr>
            <a:spLocks noGrp="1"/>
          </p:cNvSpPr>
          <p:nvPr>
            <p:ph type="body" sz="quarter" idx="10"/>
          </p:nvPr>
        </p:nvSpPr>
        <p:spPr>
          <a:xfrm>
            <a:off x="3877056" y="3383280"/>
            <a:ext cx="4754880" cy="2057400"/>
          </a:xfrm>
        </p:spPr>
        <p:txBody>
          <a:bodyPr/>
          <a:lstStyle>
            <a:lvl1pPr marL="0" indent="0">
              <a:lnSpc>
                <a:spcPct val="150000"/>
              </a:lnSpc>
              <a:spcBef>
                <a:spcPts val="0"/>
              </a:spcBef>
              <a:buNone/>
              <a:defRPr sz="2200" b="1">
                <a:solidFill>
                  <a:schemeClr val="bg1"/>
                </a:solidFill>
              </a:defRPr>
            </a:lvl1pPr>
            <a:lvl2pPr marL="0" indent="0">
              <a:lnSpc>
                <a:spcPct val="150000"/>
              </a:lnSpc>
              <a:spcBef>
                <a:spcPts val="0"/>
              </a:spcBef>
              <a:buNone/>
              <a:defRPr sz="22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525968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C28C00-D101-DFF8-7E0A-1AEBF0DBE72B}"/>
              </a:ext>
            </a:extLst>
          </p:cNvPr>
          <p:cNvSpPr>
            <a:spLocks noGrp="1"/>
          </p:cNvSpPr>
          <p:nvPr>
            <p:ph type="dt" sz="half" idx="10"/>
          </p:nvPr>
        </p:nvSpPr>
        <p:spPr/>
        <p:txBody>
          <a:bodyPr/>
          <a:lstStyle/>
          <a:p>
            <a:endParaRPr lang="en-US" noProof="0" dirty="0"/>
          </a:p>
        </p:txBody>
      </p:sp>
      <p:sp>
        <p:nvSpPr>
          <p:cNvPr id="4" name="Footer Placeholder 3">
            <a:extLst>
              <a:ext uri="{FF2B5EF4-FFF2-40B4-BE49-F238E27FC236}">
                <a16:creationId xmlns:a16="http://schemas.microsoft.com/office/drawing/2014/main" id="{D74C5F1F-F8B7-6C5F-6A7F-5F8F6128A1C8}"/>
              </a:ext>
            </a:extLst>
          </p:cNvPr>
          <p:cNvSpPr>
            <a:spLocks noGrp="1"/>
          </p:cNvSpPr>
          <p:nvPr>
            <p:ph type="ftr" sz="quarter" idx="11"/>
          </p:nvPr>
        </p:nvSpPr>
        <p:spPr/>
        <p:txBody>
          <a:bodyPr/>
          <a:lstStyle/>
          <a:p>
            <a:r>
              <a:rPr lang="en-US" dirty="0"/>
              <a:t>Presentation title</a:t>
            </a:r>
            <a:endParaRPr lang="en-PK"/>
          </a:p>
        </p:txBody>
      </p:sp>
      <p:sp>
        <p:nvSpPr>
          <p:cNvPr id="5" name="Slide Number Placeholder 4">
            <a:extLst>
              <a:ext uri="{FF2B5EF4-FFF2-40B4-BE49-F238E27FC236}">
                <a16:creationId xmlns:a16="http://schemas.microsoft.com/office/drawing/2014/main" id="{EFD9287E-E726-E0E6-2871-FE77159B5E0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6" name="Title 5">
            <a:extLst>
              <a:ext uri="{FF2B5EF4-FFF2-40B4-BE49-F238E27FC236}">
                <a16:creationId xmlns:a16="http://schemas.microsoft.com/office/drawing/2014/main" id="{160592E8-155C-36FA-DA0A-52B23CE8AF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5763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64B432-06C2-E932-E96F-67CECC2E9658}"/>
              </a:ext>
            </a:extLst>
          </p:cNvPr>
          <p:cNvSpPr>
            <a:spLocks noGrp="1"/>
          </p:cNvSpPr>
          <p:nvPr>
            <p:ph type="dt" sz="half" idx="10"/>
          </p:nvPr>
        </p:nvSpPr>
        <p:spPr/>
        <p:txBody>
          <a:bodyPr/>
          <a:lstStyle/>
          <a:p>
            <a:endParaRPr lang="en-US" noProof="0" dirty="0"/>
          </a:p>
        </p:txBody>
      </p:sp>
      <p:sp>
        <p:nvSpPr>
          <p:cNvPr id="3" name="Footer Placeholder 2">
            <a:extLst>
              <a:ext uri="{FF2B5EF4-FFF2-40B4-BE49-F238E27FC236}">
                <a16:creationId xmlns:a16="http://schemas.microsoft.com/office/drawing/2014/main" id="{7F1F3471-B7F6-01DB-D712-136C1626DFAE}"/>
              </a:ext>
            </a:extLst>
          </p:cNvPr>
          <p:cNvSpPr>
            <a:spLocks noGrp="1"/>
          </p:cNvSpPr>
          <p:nvPr>
            <p:ph type="ftr" sz="quarter" idx="11"/>
          </p:nvPr>
        </p:nvSpPr>
        <p:spPr/>
        <p:txBody>
          <a:bodyPr/>
          <a:lstStyle/>
          <a:p>
            <a:r>
              <a:rPr lang="en-US" dirty="0"/>
              <a:t>Presentation title</a:t>
            </a:r>
            <a:endParaRPr lang="en-PK"/>
          </a:p>
        </p:txBody>
      </p:sp>
      <p:sp>
        <p:nvSpPr>
          <p:cNvPr id="4" name="Slide Number Placeholder 3">
            <a:extLst>
              <a:ext uri="{FF2B5EF4-FFF2-40B4-BE49-F238E27FC236}">
                <a16:creationId xmlns:a16="http://schemas.microsoft.com/office/drawing/2014/main" id="{32C05956-4CA5-988F-7C93-317A88D1202C}"/>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1856146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B670E-478C-D301-FCE5-E830024697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283B16CD-30BD-156F-11B4-9CF89A0642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0E3C54B0-9878-1911-8DE9-EC464D2027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6493B1-79A4-1FA9-B462-853856DE870E}"/>
              </a:ext>
            </a:extLst>
          </p:cNvPr>
          <p:cNvSpPr>
            <a:spLocks noGrp="1"/>
          </p:cNvSpPr>
          <p:nvPr>
            <p:ph type="dt" sz="half" idx="10"/>
          </p:nvPr>
        </p:nvSpPr>
        <p:spPr/>
        <p:txBody>
          <a:bodyPr/>
          <a:lstStyle/>
          <a:p>
            <a:endParaRPr lang="en-US" noProof="0" dirty="0"/>
          </a:p>
        </p:txBody>
      </p:sp>
      <p:sp>
        <p:nvSpPr>
          <p:cNvPr id="6" name="Footer Placeholder 5">
            <a:extLst>
              <a:ext uri="{FF2B5EF4-FFF2-40B4-BE49-F238E27FC236}">
                <a16:creationId xmlns:a16="http://schemas.microsoft.com/office/drawing/2014/main" id="{A697EEE8-8F1E-8F14-E2ED-333A1FF24725}"/>
              </a:ext>
            </a:extLst>
          </p:cNvPr>
          <p:cNvSpPr>
            <a:spLocks noGrp="1"/>
          </p:cNvSpPr>
          <p:nvPr>
            <p:ph type="ftr" sz="quarter" idx="11"/>
          </p:nvPr>
        </p:nvSpPr>
        <p:spPr/>
        <p:txBody>
          <a:bodyPr/>
          <a:lstStyle/>
          <a:p>
            <a:r>
              <a:rPr lang="en-US" dirty="0"/>
              <a:t>Presentation title</a:t>
            </a:r>
            <a:endParaRPr lang="en-PK"/>
          </a:p>
        </p:txBody>
      </p:sp>
      <p:sp>
        <p:nvSpPr>
          <p:cNvPr id="7" name="Slide Number Placeholder 6">
            <a:extLst>
              <a:ext uri="{FF2B5EF4-FFF2-40B4-BE49-F238E27FC236}">
                <a16:creationId xmlns:a16="http://schemas.microsoft.com/office/drawing/2014/main" id="{B9DFABEB-B6B7-2591-AE85-265A3F873192}"/>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2062309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52A6A-C17E-2616-3199-C8D78E7EE7EC}"/>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3" name="Picture Placeholder 2">
            <a:extLst>
              <a:ext uri="{FF2B5EF4-FFF2-40B4-BE49-F238E27FC236}">
                <a16:creationId xmlns:a16="http://schemas.microsoft.com/office/drawing/2014/main" id="{37705714-E101-08DD-6A13-D561A3EC2C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noProof="0"/>
          </a:p>
        </p:txBody>
      </p:sp>
      <p:sp>
        <p:nvSpPr>
          <p:cNvPr id="4" name="Text Placeholder 3">
            <a:extLst>
              <a:ext uri="{FF2B5EF4-FFF2-40B4-BE49-F238E27FC236}">
                <a16:creationId xmlns:a16="http://schemas.microsoft.com/office/drawing/2014/main" id="{B16ECB26-D659-5BC3-C669-1B45225D27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a:extLst>
              <a:ext uri="{FF2B5EF4-FFF2-40B4-BE49-F238E27FC236}">
                <a16:creationId xmlns:a16="http://schemas.microsoft.com/office/drawing/2014/main" id="{D4464F27-6C3B-1E36-B1DC-ECB72DCF22AC}"/>
              </a:ext>
            </a:extLst>
          </p:cNvPr>
          <p:cNvSpPr>
            <a:spLocks noGrp="1"/>
          </p:cNvSpPr>
          <p:nvPr>
            <p:ph type="dt" sz="half" idx="10"/>
          </p:nvPr>
        </p:nvSpPr>
        <p:spPr/>
        <p:txBody>
          <a:bodyPr/>
          <a:lstStyle/>
          <a:p>
            <a:endParaRPr lang="en-US" noProof="0"/>
          </a:p>
        </p:txBody>
      </p:sp>
      <p:sp>
        <p:nvSpPr>
          <p:cNvPr id="6" name="Footer Placeholder 5">
            <a:extLst>
              <a:ext uri="{FF2B5EF4-FFF2-40B4-BE49-F238E27FC236}">
                <a16:creationId xmlns:a16="http://schemas.microsoft.com/office/drawing/2014/main" id="{1BC595AB-D292-D355-47CD-748C160B1BD3}"/>
              </a:ext>
            </a:extLst>
          </p:cNvPr>
          <p:cNvSpPr>
            <a:spLocks noGrp="1"/>
          </p:cNvSpPr>
          <p:nvPr>
            <p:ph type="ftr" sz="quarter" idx="11"/>
          </p:nvPr>
        </p:nvSpPr>
        <p:spPr/>
        <p:txBody>
          <a:bodyPr/>
          <a:lstStyle/>
          <a:p>
            <a:r>
              <a:rPr lang="en-US" noProof="0"/>
              <a:t>Presentation title</a:t>
            </a:r>
          </a:p>
        </p:txBody>
      </p:sp>
      <p:sp>
        <p:nvSpPr>
          <p:cNvPr id="7" name="Slide Number Placeholder 6">
            <a:extLst>
              <a:ext uri="{FF2B5EF4-FFF2-40B4-BE49-F238E27FC236}">
                <a16:creationId xmlns:a16="http://schemas.microsoft.com/office/drawing/2014/main" id="{CC1CEE5F-F44A-DD2C-EEC3-D4C76B69D15D}"/>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752938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6BC278-3A9A-4241-1DE5-469D2AB5E36B}"/>
              </a:ext>
            </a:extLst>
          </p:cNvPr>
          <p:cNvSpPr>
            <a:spLocks noGrp="1"/>
          </p:cNvSpPr>
          <p:nvPr>
            <p:ph type="title"/>
          </p:nvPr>
        </p:nvSpPr>
        <p:spPr>
          <a:xfrm>
            <a:off x="838200" y="1115367"/>
            <a:ext cx="10515600" cy="575321"/>
          </a:xfrm>
          <a:prstGeom prst="rect">
            <a:avLst/>
          </a:prstGeom>
        </p:spPr>
        <p:txBody>
          <a:bodyPr vert="horz" lIns="91440" tIns="45720" rIns="91440" bIns="45720" rtlCol="0" anchor="t">
            <a:no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38A5E58-5605-E2B6-AEBE-7EF159AAD7E2}"/>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a:p>
        </p:txBody>
      </p:sp>
      <p:sp>
        <p:nvSpPr>
          <p:cNvPr id="4" name="Date Placeholder 3">
            <a:extLst>
              <a:ext uri="{FF2B5EF4-FFF2-40B4-BE49-F238E27FC236}">
                <a16:creationId xmlns:a16="http://schemas.microsoft.com/office/drawing/2014/main" id="{B221D507-72FD-CB53-B342-C69D562AFD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tx1">
                    <a:tint val="75000"/>
                  </a:schemeClr>
                </a:solidFill>
              </a:defRPr>
            </a:lvl1pPr>
          </a:lstStyle>
          <a:p>
            <a:endParaRPr lang="en-US" noProof="0"/>
          </a:p>
        </p:txBody>
      </p:sp>
      <p:sp>
        <p:nvSpPr>
          <p:cNvPr id="5" name="Footer Placeholder 4">
            <a:extLst>
              <a:ext uri="{FF2B5EF4-FFF2-40B4-BE49-F238E27FC236}">
                <a16:creationId xmlns:a16="http://schemas.microsoft.com/office/drawing/2014/main" id="{01A3E9A7-861F-C5C4-DD4E-37AC66D867ED}"/>
              </a:ext>
            </a:extLst>
          </p:cNvPr>
          <p:cNvSpPr>
            <a:spLocks noGrp="1"/>
          </p:cNvSpPr>
          <p:nvPr>
            <p:ph type="ftr" sz="quarter" idx="3"/>
          </p:nvPr>
        </p:nvSpPr>
        <p:spPr>
          <a:xfrm>
            <a:off x="411480" y="301752"/>
            <a:ext cx="1828800" cy="274320"/>
          </a:xfrm>
          <a:prstGeom prst="rect">
            <a:avLst/>
          </a:prstGeom>
        </p:spPr>
        <p:txBody>
          <a:bodyPr vert="horz" lIns="91440" tIns="45720" rIns="91440" bIns="45720" rtlCol="0" anchor="ctr">
            <a:noAutofit/>
          </a:bodyPr>
          <a:lstStyle>
            <a:lvl1pPr algn="l">
              <a:defRPr sz="1200">
                <a:solidFill>
                  <a:schemeClr val="tx2"/>
                </a:solidFill>
              </a:defRPr>
            </a:lvl1pPr>
          </a:lstStyle>
          <a:p>
            <a:r>
              <a:rPr lang="en-US" dirty="0"/>
              <a:t>Presentation title</a:t>
            </a:r>
            <a:endParaRPr lang="en-PK" dirty="0"/>
          </a:p>
        </p:txBody>
      </p:sp>
      <p:sp>
        <p:nvSpPr>
          <p:cNvPr id="6" name="Slide Number Placeholder 5">
            <a:extLst>
              <a:ext uri="{FF2B5EF4-FFF2-40B4-BE49-F238E27FC236}">
                <a16:creationId xmlns:a16="http://schemas.microsoft.com/office/drawing/2014/main" id="{5877A1DC-56B8-6C78-5020-E45478D099C6}"/>
              </a:ext>
            </a:extLst>
          </p:cNvPr>
          <p:cNvSpPr>
            <a:spLocks noGrp="1"/>
          </p:cNvSpPr>
          <p:nvPr>
            <p:ph type="sldNum" sz="quarter" idx="4"/>
          </p:nvPr>
        </p:nvSpPr>
        <p:spPr>
          <a:xfrm>
            <a:off x="10122408" y="301752"/>
            <a:ext cx="1673352" cy="274320"/>
          </a:xfrm>
          <a:prstGeom prst="rect">
            <a:avLst/>
          </a:prstGeom>
        </p:spPr>
        <p:txBody>
          <a:bodyPr vert="horz" lIns="91440" tIns="45720" rIns="91440" bIns="45720" rtlCol="0" anchor="ctr">
            <a:noAutofit/>
          </a:bodyPr>
          <a:lstStyle>
            <a:lvl1pPr algn="r">
              <a:defRPr sz="1200">
                <a:solidFill>
                  <a:schemeClr val="tx2"/>
                </a:solidFill>
              </a:defRPr>
            </a:lvl1pPr>
          </a:lstStyle>
          <a:p>
            <a:fld id="{5BFCF61C-3B18-4C03-8326-CC3B32D710C9}" type="slidenum">
              <a:rPr lang="en-US" noProof="0" smtClean="0"/>
              <a:pPr/>
              <a:t>‹#›</a:t>
            </a:fld>
            <a:endParaRPr lang="en-US" noProof="0"/>
          </a:p>
        </p:txBody>
      </p:sp>
    </p:spTree>
    <p:extLst>
      <p:ext uri="{BB962C8B-B14F-4D97-AF65-F5344CB8AC3E}">
        <p14:creationId xmlns:p14="http://schemas.microsoft.com/office/powerpoint/2010/main" val="135068052"/>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51" r:id="rId3"/>
    <p:sldLayoutId id="2147483660" r:id="rId4"/>
    <p:sldLayoutId id="2147483661" r:id="rId5"/>
    <p:sldLayoutId id="2147483665" r:id="rId6"/>
    <p:sldLayoutId id="2147483662" r:id="rId7"/>
    <p:sldLayoutId id="2147483664" r:id="rId8"/>
    <p:sldLayoutId id="2147483663" r:id="rId9"/>
    <p:sldLayoutId id="2147483652" r:id="rId10"/>
    <p:sldLayoutId id="2147483666" r:id="rId11"/>
    <p:sldLayoutId id="2147483658" r:id="rId12"/>
    <p:sldLayoutId id="2147483654" r:id="rId13"/>
    <p:sldLayoutId id="2147483655" r:id="rId14"/>
    <p:sldLayoutId id="2147483656" r:id="rId15"/>
    <p:sldLayoutId id="2147483657" r:id="rId16"/>
  </p:sldLayoutIdLst>
  <p:hf hdr="0" dt="0"/>
  <p:txStyles>
    <p:titleStyle>
      <a:lvl1pPr algn="l" defTabSz="914400" rtl="0" eaLnBrk="1" latinLnBrk="0" hangingPunct="1">
        <a:lnSpc>
          <a:spcPct val="80000"/>
        </a:lnSpc>
        <a:spcBef>
          <a:spcPct val="0"/>
        </a:spcBef>
        <a:buNone/>
        <a:defRPr sz="4400" kern="1200" cap="all" baseline="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04B07C7A-8E1D-7BF7-31C8-5C68C6D2F9CF}"/>
              </a:ext>
            </a:extLst>
          </p:cNvPr>
          <p:cNvSpPr>
            <a:spLocks noGrp="1"/>
          </p:cNvSpPr>
          <p:nvPr>
            <p:ph type="ctrTitle"/>
          </p:nvPr>
        </p:nvSpPr>
        <p:spPr>
          <a:xfrm>
            <a:off x="677774" y="891033"/>
            <a:ext cx="10244639" cy="2387600"/>
          </a:xfrm>
        </p:spPr>
        <p:txBody>
          <a:bodyPr>
            <a:noAutofit/>
          </a:bodyPr>
          <a:lstStyle/>
          <a:p>
            <a:r>
              <a:rPr lang="en-IN" sz="6500" b="1" kern="0" cap="none" dirty="0">
                <a:effectLst/>
                <a:ea typeface="Times New Roman" panose="02020603050405020304" pitchFamily="18" charset="0"/>
                <a:cs typeface="Times New Roman" panose="02020603050405020304" pitchFamily="18" charset="0"/>
              </a:rPr>
              <a:t>Analysis Of Cognitive Behavioural Patterns Among Students</a:t>
            </a:r>
            <a:endParaRPr lang="en-US" sz="6500" cap="none" dirty="0"/>
          </a:p>
        </p:txBody>
      </p:sp>
      <p:sp>
        <p:nvSpPr>
          <p:cNvPr id="11" name="Subtitle 10">
            <a:extLst>
              <a:ext uri="{FF2B5EF4-FFF2-40B4-BE49-F238E27FC236}">
                <a16:creationId xmlns:a16="http://schemas.microsoft.com/office/drawing/2014/main" id="{EF3A7BFE-9123-98C4-791C-9A3FE773CF97}"/>
              </a:ext>
            </a:extLst>
          </p:cNvPr>
          <p:cNvSpPr>
            <a:spLocks noGrp="1"/>
          </p:cNvSpPr>
          <p:nvPr>
            <p:ph type="subTitle" idx="1"/>
          </p:nvPr>
        </p:nvSpPr>
        <p:spPr>
          <a:xfrm>
            <a:off x="3951888" y="4506313"/>
            <a:ext cx="5486400" cy="384048"/>
          </a:xfrm>
        </p:spPr>
        <p:txBody>
          <a:bodyPr/>
          <a:lstStyle/>
          <a:p>
            <a:r>
              <a:rPr lang="en-US" dirty="0"/>
              <a:t>Team Members:</a:t>
            </a:r>
          </a:p>
          <a:p>
            <a:endParaRPr lang="en-US" dirty="0"/>
          </a:p>
          <a:p>
            <a:r>
              <a:rPr lang="en-US" dirty="0"/>
              <a:t>Jeslyn Nivedhitha S (22x020)</a:t>
            </a:r>
          </a:p>
          <a:p>
            <a:r>
              <a:rPr lang="en-US" dirty="0"/>
              <a:t>Richa Infanta J (22x037)</a:t>
            </a:r>
            <a:endParaRPr lang="en-PK" dirty="0"/>
          </a:p>
        </p:txBody>
      </p:sp>
      <p:sp>
        <p:nvSpPr>
          <p:cNvPr id="2" name="Subtitle 10">
            <a:extLst>
              <a:ext uri="{FF2B5EF4-FFF2-40B4-BE49-F238E27FC236}">
                <a16:creationId xmlns:a16="http://schemas.microsoft.com/office/drawing/2014/main" id="{5CADEC4A-987B-A872-14C7-35F97822DAF1}"/>
              </a:ext>
            </a:extLst>
          </p:cNvPr>
          <p:cNvSpPr txBox="1">
            <a:spLocks/>
          </p:cNvSpPr>
          <p:nvPr/>
        </p:nvSpPr>
        <p:spPr>
          <a:xfrm>
            <a:off x="9204057" y="4506313"/>
            <a:ext cx="3089614" cy="384048"/>
          </a:xfrm>
          <a:prstGeom prst="rect">
            <a:avLst/>
          </a:prstGeom>
        </p:spPr>
        <p:txBody>
          <a:bodyPr vert="horz" lIns="91440" tIns="45720" rIns="91440" bIns="45720" rtlCol="0">
            <a:noAutofit/>
          </a:bodyPr>
          <a:lstStyle>
            <a:lvl1pPr marL="0" indent="0" algn="l" defTabSz="914400" rtl="0" eaLnBrk="1" latinLnBrk="0" hangingPunct="1">
              <a:lnSpc>
                <a:spcPct val="80000"/>
              </a:lnSpc>
              <a:spcBef>
                <a:spcPts val="0"/>
              </a:spcBef>
              <a:buFont typeface="Arial" panose="020B0604020202020204" pitchFamily="34" charset="0"/>
              <a:buNone/>
              <a:defRPr sz="2400" b="1"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Faculty Guidance:</a:t>
            </a:r>
          </a:p>
          <a:p>
            <a:endParaRPr lang="en-US" dirty="0"/>
          </a:p>
          <a:p>
            <a:r>
              <a:rPr lang="en-US" dirty="0"/>
              <a:t>Dr. S. Poomagal</a:t>
            </a:r>
          </a:p>
        </p:txBody>
      </p:sp>
      <p:sp>
        <p:nvSpPr>
          <p:cNvPr id="3" name="Slide Number Placeholder 3">
            <a:extLst>
              <a:ext uri="{FF2B5EF4-FFF2-40B4-BE49-F238E27FC236}">
                <a16:creationId xmlns:a16="http://schemas.microsoft.com/office/drawing/2014/main" id="{E8B1564C-5325-BB86-6767-87E603B2372D}"/>
              </a:ext>
            </a:extLst>
          </p:cNvPr>
          <p:cNvSpPr txBox="1">
            <a:spLocks/>
          </p:cNvSpPr>
          <p:nvPr/>
        </p:nvSpPr>
        <p:spPr>
          <a:xfrm>
            <a:off x="10122408" y="301752"/>
            <a:ext cx="1673352" cy="274320"/>
          </a:xfrm>
          <a:prstGeom prst="rect">
            <a:avLst/>
          </a:prstGeom>
        </p:spPr>
        <p:txBody>
          <a:bodyPr/>
          <a:ls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FCF61C-3B18-4C03-8326-CC3B32D710C9}" type="slidenum">
              <a:rPr lang="en-US" sz="1200" smtClean="0">
                <a:solidFill>
                  <a:schemeClr val="bg1"/>
                </a:solidFill>
              </a:rPr>
              <a:pPr algn="r"/>
              <a:t>1</a:t>
            </a:fld>
            <a:endParaRPr lang="en-US" sz="1200" dirty="0">
              <a:solidFill>
                <a:schemeClr val="bg1"/>
              </a:solidFill>
            </a:endParaRPr>
          </a:p>
        </p:txBody>
      </p:sp>
    </p:spTree>
    <p:extLst>
      <p:ext uri="{BB962C8B-B14F-4D97-AF65-F5344CB8AC3E}">
        <p14:creationId xmlns:p14="http://schemas.microsoft.com/office/powerpoint/2010/main" val="286310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103A-7E0F-A503-491C-874CA2A16BC0}"/>
              </a:ext>
            </a:extLst>
          </p:cNvPr>
          <p:cNvSpPr>
            <a:spLocks noGrp="1"/>
          </p:cNvSpPr>
          <p:nvPr>
            <p:ph type="title"/>
          </p:nvPr>
        </p:nvSpPr>
        <p:spPr/>
        <p:txBody>
          <a:bodyPr/>
          <a:lstStyle/>
          <a:p>
            <a:r>
              <a:rPr lang="en-US" dirty="0"/>
              <a:t>AGENDA</a:t>
            </a:r>
          </a:p>
        </p:txBody>
      </p:sp>
      <p:sp>
        <p:nvSpPr>
          <p:cNvPr id="4" name="Slide Number Placeholder 3">
            <a:extLst>
              <a:ext uri="{FF2B5EF4-FFF2-40B4-BE49-F238E27FC236}">
                <a16:creationId xmlns:a16="http://schemas.microsoft.com/office/drawing/2014/main" id="{C0B85CC1-CC9E-26A5-C05A-E64ABEDD931D}"/>
              </a:ext>
            </a:extLst>
          </p:cNvPr>
          <p:cNvSpPr>
            <a:spLocks noGrp="1"/>
          </p:cNvSpPr>
          <p:nvPr>
            <p:ph type="sldNum" sz="quarter" idx="12"/>
          </p:nvPr>
        </p:nvSpPr>
        <p:spPr/>
        <p:txBody>
          <a:bodyPr/>
          <a:lstStyle/>
          <a:p>
            <a:fld id="{5BFCF61C-3B18-4C03-8326-CC3B32D710C9}" type="slidenum">
              <a:rPr lang="en-US" smtClean="0"/>
              <a:pPr/>
              <a:t>2</a:t>
            </a:fld>
            <a:endParaRPr lang="en-US" dirty="0"/>
          </a:p>
        </p:txBody>
      </p:sp>
      <p:sp>
        <p:nvSpPr>
          <p:cNvPr id="5" name="Content Placeholder 4">
            <a:extLst>
              <a:ext uri="{FF2B5EF4-FFF2-40B4-BE49-F238E27FC236}">
                <a16:creationId xmlns:a16="http://schemas.microsoft.com/office/drawing/2014/main" id="{DA7A49E4-DCE3-62DE-B6D1-539EBFFFE689}"/>
              </a:ext>
            </a:extLst>
          </p:cNvPr>
          <p:cNvSpPr>
            <a:spLocks noGrp="1"/>
          </p:cNvSpPr>
          <p:nvPr>
            <p:ph idx="1"/>
          </p:nvPr>
        </p:nvSpPr>
        <p:spPr/>
        <p:txBody>
          <a:bodyPr/>
          <a:lstStyle/>
          <a:p>
            <a:r>
              <a:rPr lang="en-US" dirty="0"/>
              <a:t>Overview</a:t>
            </a:r>
          </a:p>
          <a:p>
            <a:r>
              <a:rPr lang="en-US" dirty="0"/>
              <a:t>Data Cleaning and Processing</a:t>
            </a:r>
          </a:p>
          <a:p>
            <a:r>
              <a:rPr lang="en-US" dirty="0"/>
              <a:t>Identifying Mental Health Profiles with k-means</a:t>
            </a:r>
          </a:p>
          <a:p>
            <a:r>
              <a:rPr lang="en-US" dirty="0"/>
              <a:t>NLP Models: BERT and RNN</a:t>
            </a:r>
          </a:p>
          <a:p>
            <a:r>
              <a:rPr lang="en-US" dirty="0"/>
              <a:t>Comparative Study</a:t>
            </a:r>
          </a:p>
          <a:p>
            <a:r>
              <a:rPr lang="en-US" dirty="0"/>
              <a:t>Conclusion</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551793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62C4D-3F97-1652-3A4A-C989986D9B65}"/>
              </a:ext>
            </a:extLst>
          </p:cNvPr>
          <p:cNvSpPr>
            <a:spLocks noGrp="1"/>
          </p:cNvSpPr>
          <p:nvPr>
            <p:ph type="title"/>
          </p:nvPr>
        </p:nvSpPr>
        <p:spPr>
          <a:xfrm>
            <a:off x="303618" y="1746251"/>
            <a:ext cx="4846320" cy="1682749"/>
          </a:xfrm>
        </p:spPr>
        <p:txBody>
          <a:bodyPr/>
          <a:lstStyle/>
          <a:p>
            <a:r>
              <a:rPr lang="en-US" cap="none" dirty="0"/>
              <a:t>Overview</a:t>
            </a:r>
          </a:p>
        </p:txBody>
      </p:sp>
      <p:sp>
        <p:nvSpPr>
          <p:cNvPr id="6" name="Text Placeholder 5">
            <a:extLst>
              <a:ext uri="{FF2B5EF4-FFF2-40B4-BE49-F238E27FC236}">
                <a16:creationId xmlns:a16="http://schemas.microsoft.com/office/drawing/2014/main" id="{7F8B4CE7-99C9-BD2D-17D0-2B34D13B367F}"/>
              </a:ext>
            </a:extLst>
          </p:cNvPr>
          <p:cNvSpPr>
            <a:spLocks noGrp="1"/>
          </p:cNvSpPr>
          <p:nvPr>
            <p:ph type="body" sz="quarter" idx="16"/>
          </p:nvPr>
        </p:nvSpPr>
        <p:spPr>
          <a:xfrm>
            <a:off x="5579707" y="438912"/>
            <a:ext cx="6764693" cy="1948365"/>
          </a:xfrm>
        </p:spPr>
        <p:txBody>
          <a:bodyPr/>
          <a:lstStyle/>
          <a:p>
            <a:pPr algn="l">
              <a:buNone/>
            </a:pPr>
            <a:r>
              <a:rPr lang="en-IN" sz="1800" b="1" i="0" u="sng" dirty="0">
                <a:effectLst/>
              </a:rPr>
              <a:t>Goal</a:t>
            </a:r>
          </a:p>
          <a:p>
            <a:pPr algn="l">
              <a:buFont typeface="Arial" panose="020B0604020202020204" pitchFamily="34" charset="0"/>
              <a:buChar char="•"/>
            </a:pPr>
            <a:r>
              <a:rPr lang="en-IN" sz="1800" b="0" i="0" dirty="0">
                <a:effectLst/>
              </a:rPr>
              <a:t>Use machine learning to identify patterns in student mental health data for early intervention.</a:t>
            </a:r>
          </a:p>
          <a:p>
            <a:pPr algn="l">
              <a:buNone/>
            </a:pPr>
            <a:r>
              <a:rPr lang="en-IN" sz="1800" b="1" i="0" u="sng" dirty="0">
                <a:effectLst/>
              </a:rPr>
              <a:t>Key Objectives</a:t>
            </a:r>
          </a:p>
          <a:p>
            <a:r>
              <a:rPr lang="en-IN" sz="1800" b="0" i="0" dirty="0">
                <a:effectLst/>
              </a:rPr>
              <a:t>Data: Collect &amp; preprocess student survey data.</a:t>
            </a:r>
          </a:p>
          <a:p>
            <a:r>
              <a:rPr lang="en-IN" sz="1800" b="0" i="0" dirty="0">
                <a:effectLst/>
              </a:rPr>
              <a:t>Clustering: Segment students using K-Means for distinct mental health profiles.</a:t>
            </a:r>
          </a:p>
          <a:p>
            <a:r>
              <a:rPr lang="en-IN" sz="1800" b="0" i="0" dirty="0" err="1">
                <a:effectLst/>
              </a:rPr>
              <a:t>Modeling</a:t>
            </a:r>
            <a:r>
              <a:rPr lang="en-IN" sz="1800" b="0" i="0" dirty="0">
                <a:effectLst/>
              </a:rPr>
              <a:t>: Develop BERT &amp; RNN models for risk assessment.</a:t>
            </a:r>
          </a:p>
          <a:p>
            <a:r>
              <a:rPr lang="en-IN" sz="1800" b="0" i="0" dirty="0">
                <a:effectLst/>
              </a:rPr>
              <a:t>Comparison: Evaluate models to inform support programs.</a:t>
            </a:r>
          </a:p>
          <a:p>
            <a:pPr algn="l">
              <a:buNone/>
            </a:pPr>
            <a:r>
              <a:rPr lang="en-IN" sz="1800" b="1" i="0" u="sng" dirty="0">
                <a:effectLst/>
              </a:rPr>
              <a:t>Methodology</a:t>
            </a:r>
          </a:p>
          <a:p>
            <a:pPr algn="l"/>
            <a:r>
              <a:rPr lang="en-IN" sz="1800" b="0" i="0" dirty="0">
                <a:effectLst/>
              </a:rPr>
              <a:t>Data: Acquire survey data, preprocess for consistency.</a:t>
            </a:r>
          </a:p>
          <a:p>
            <a:pPr algn="l"/>
            <a:r>
              <a:rPr lang="en-IN" sz="1800" b="0" i="0" dirty="0">
                <a:effectLst/>
              </a:rPr>
              <a:t>K-Means: Cluster students based on mental health traits.</a:t>
            </a:r>
          </a:p>
          <a:p>
            <a:pPr algn="l"/>
            <a:r>
              <a:rPr lang="en-IN" sz="1800" b="0" i="0" dirty="0">
                <a:effectLst/>
              </a:rPr>
              <a:t>Models: Implement BERT &amp; RNN for text-based sentiment analysis.</a:t>
            </a:r>
          </a:p>
          <a:p>
            <a:pPr algn="l"/>
            <a:r>
              <a:rPr lang="en-IN" sz="1800" b="0" i="0" dirty="0">
                <a:effectLst/>
              </a:rPr>
              <a:t>Evaluate: Compare model performance using metrics.</a:t>
            </a:r>
          </a:p>
        </p:txBody>
      </p:sp>
      <p:sp>
        <p:nvSpPr>
          <p:cNvPr id="13" name="Slide Number Placeholder 12">
            <a:extLst>
              <a:ext uri="{FF2B5EF4-FFF2-40B4-BE49-F238E27FC236}">
                <a16:creationId xmlns:a16="http://schemas.microsoft.com/office/drawing/2014/main" id="{208378E4-1369-B8BE-D097-D0A68C992F75}"/>
              </a:ext>
            </a:extLst>
          </p:cNvPr>
          <p:cNvSpPr>
            <a:spLocks noGrp="1"/>
          </p:cNvSpPr>
          <p:nvPr>
            <p:ph type="sldNum" sz="quarter" idx="12"/>
          </p:nvPr>
        </p:nvSpPr>
        <p:spPr/>
        <p:txBody>
          <a:bodyPr/>
          <a:lstStyle/>
          <a:p>
            <a:fld id="{5BFCF61C-3B18-4C03-8326-CC3B32D710C9}" type="slidenum">
              <a:rPr lang="en-US" smtClean="0"/>
              <a:pPr/>
              <a:t>3</a:t>
            </a:fld>
            <a:endParaRPr lang="en-US"/>
          </a:p>
        </p:txBody>
      </p:sp>
    </p:spTree>
    <p:extLst>
      <p:ext uri="{BB962C8B-B14F-4D97-AF65-F5344CB8AC3E}">
        <p14:creationId xmlns:p14="http://schemas.microsoft.com/office/powerpoint/2010/main" val="616355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393CE-9363-72CB-FD40-73A65C0DCC57}"/>
              </a:ext>
            </a:extLst>
          </p:cNvPr>
          <p:cNvSpPr>
            <a:spLocks noGrp="1"/>
          </p:cNvSpPr>
          <p:nvPr>
            <p:ph type="title"/>
          </p:nvPr>
        </p:nvSpPr>
        <p:spPr>
          <a:xfrm>
            <a:off x="0" y="1641628"/>
            <a:ext cx="4846320" cy="1682749"/>
          </a:xfrm>
        </p:spPr>
        <p:txBody>
          <a:bodyPr/>
          <a:lstStyle/>
          <a:p>
            <a:r>
              <a:rPr lang="en-US" cap="none" dirty="0"/>
              <a:t>Data Cleaning And Processing</a:t>
            </a:r>
            <a:br>
              <a:rPr lang="en-US" cap="none" dirty="0"/>
            </a:br>
            <a:endParaRPr lang="en-US" cap="none" dirty="0"/>
          </a:p>
        </p:txBody>
      </p:sp>
      <p:sp>
        <p:nvSpPr>
          <p:cNvPr id="3" name="Text Placeholder 2">
            <a:extLst>
              <a:ext uri="{FF2B5EF4-FFF2-40B4-BE49-F238E27FC236}">
                <a16:creationId xmlns:a16="http://schemas.microsoft.com/office/drawing/2014/main" id="{FACB5A03-99D2-C953-F227-3E1620258992}"/>
              </a:ext>
            </a:extLst>
          </p:cNvPr>
          <p:cNvSpPr>
            <a:spLocks noGrp="1"/>
          </p:cNvSpPr>
          <p:nvPr>
            <p:ph type="body" sz="quarter" idx="13"/>
          </p:nvPr>
        </p:nvSpPr>
        <p:spPr>
          <a:xfrm>
            <a:off x="4700780" y="752980"/>
            <a:ext cx="4828032" cy="490538"/>
          </a:xfrm>
        </p:spPr>
        <p:txBody>
          <a:bodyPr/>
          <a:lstStyle/>
          <a:p>
            <a:r>
              <a:rPr lang="en-US" dirty="0"/>
              <a:t>Steps in Processing:</a:t>
            </a:r>
            <a:endParaRPr lang="en-PK" dirty="0"/>
          </a:p>
        </p:txBody>
      </p:sp>
      <p:sp>
        <p:nvSpPr>
          <p:cNvPr id="13" name="Slide Number Placeholder 12">
            <a:extLst>
              <a:ext uri="{FF2B5EF4-FFF2-40B4-BE49-F238E27FC236}">
                <a16:creationId xmlns:a16="http://schemas.microsoft.com/office/drawing/2014/main" id="{CB0BAE21-4E4A-BE6E-EE84-D535446B94CD}"/>
              </a:ext>
            </a:extLst>
          </p:cNvPr>
          <p:cNvSpPr>
            <a:spLocks noGrp="1"/>
          </p:cNvSpPr>
          <p:nvPr>
            <p:ph type="sldNum" sz="quarter" idx="12"/>
          </p:nvPr>
        </p:nvSpPr>
        <p:spPr/>
        <p:txBody>
          <a:bodyPr/>
          <a:lstStyle/>
          <a:p>
            <a:fld id="{5BFCF61C-3B18-4C03-8326-CC3B32D710C9}" type="slidenum">
              <a:rPr lang="en-US" smtClean="0"/>
              <a:pPr/>
              <a:t>4</a:t>
            </a:fld>
            <a:endParaRPr lang="en-US"/>
          </a:p>
        </p:txBody>
      </p:sp>
      <p:sp>
        <p:nvSpPr>
          <p:cNvPr id="11" name="Rectangle 1">
            <a:extLst>
              <a:ext uri="{FF2B5EF4-FFF2-40B4-BE49-F238E27FC236}">
                <a16:creationId xmlns:a16="http://schemas.microsoft.com/office/drawing/2014/main" id="{01B1E1C4-E8C0-1F0B-7C2D-743C6273E0D8}"/>
              </a:ext>
            </a:extLst>
          </p:cNvPr>
          <p:cNvSpPr>
            <a:spLocks noGrp="1" noChangeArrowheads="1"/>
          </p:cNvSpPr>
          <p:nvPr>
            <p:ph type="body" sz="quarter" idx="15"/>
          </p:nvPr>
        </p:nvSpPr>
        <p:spPr bwMode="auto">
          <a:xfrm>
            <a:off x="4700780" y="1641628"/>
            <a:ext cx="7125462" cy="4395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19025" rIns="0" bIns="119025"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rgbClr val="3B4546"/>
                </a:solidFill>
                <a:effectLst/>
              </a:rPr>
              <a:t>Loading the Dataset</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Imported the CSV file using pandas.</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Handled potential file errors with exception handling.</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Stripped column names of extra whitespace.</a:t>
            </a:r>
          </a:p>
          <a:p>
            <a:pPr marL="457200" marR="0" lvl="1" indent="0"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rgbClr val="3B4546"/>
              </a:solidFill>
              <a:effectLst/>
            </a:endParaRPr>
          </a:p>
          <a:p>
            <a:pPr marL="0" marR="0" lvl="0" indent="0"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rgbClr val="3B4546"/>
                </a:solidFill>
                <a:effectLst/>
              </a:rPr>
              <a:t>Renaming Columns</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Renamed lengthy or ambiguous column names for easier handling.</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Example: "Timestamp" → "timestamp", "I feel , things in my life are either totally good or totally bad." → "</a:t>
            </a:r>
            <a:r>
              <a:rPr kumimoji="0" lang="en-US" altLang="en-US" sz="1800" b="0" i="0" u="none" strike="noStrike" cap="none" normalizeH="0" baseline="0" dirty="0" err="1">
                <a:ln>
                  <a:noFill/>
                </a:ln>
                <a:solidFill>
                  <a:srgbClr val="3B4546"/>
                </a:solidFill>
                <a:effectLst/>
              </a:rPr>
              <a:t>thinking_good_or_bad</a:t>
            </a:r>
            <a:r>
              <a:rPr kumimoji="0" lang="en-US" altLang="en-US" sz="1800" b="0" i="0" u="none" strike="noStrike" cap="none" normalizeH="0" baseline="0" dirty="0">
                <a:ln>
                  <a:noFill/>
                </a:ln>
                <a:solidFill>
                  <a:srgbClr val="3B4546"/>
                </a:solidFill>
                <a:effectLst/>
              </a:rPr>
              <a:t>“</a:t>
            </a:r>
          </a:p>
          <a:p>
            <a:pPr marL="457200" marR="0" lvl="1" indent="0"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B4546"/>
                </a:solidFill>
                <a:effectLst/>
              </a:rPr>
              <a:t>.</a:t>
            </a:r>
          </a:p>
          <a:p>
            <a:pPr marL="0" marR="0" lvl="0" indent="0"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rgbClr val="3B4546"/>
                </a:solidFill>
                <a:effectLst/>
              </a:rPr>
              <a:t>Handling Missing Values</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Categorical Columns: Filled with mode or "Missing".</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Numerical Columns: Filled with median values.</a:t>
            </a:r>
          </a:p>
          <a:p>
            <a:pPr marL="457200" marR="0" lvl="1" indent="0"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rgbClr val="3B4546"/>
              </a:solidFill>
              <a:effectLst/>
            </a:endParaRPr>
          </a:p>
        </p:txBody>
      </p:sp>
    </p:spTree>
    <p:extLst>
      <p:ext uri="{BB962C8B-B14F-4D97-AF65-F5344CB8AC3E}">
        <p14:creationId xmlns:p14="http://schemas.microsoft.com/office/powerpoint/2010/main" val="4122396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BB56E-5F9B-4D2B-F933-96844B99E5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809EED-7DF2-E202-0BCD-2CBB837FD982}"/>
              </a:ext>
            </a:extLst>
          </p:cNvPr>
          <p:cNvSpPr>
            <a:spLocks noGrp="1"/>
          </p:cNvSpPr>
          <p:nvPr>
            <p:ph type="title"/>
          </p:nvPr>
        </p:nvSpPr>
        <p:spPr>
          <a:xfrm>
            <a:off x="0" y="1641628"/>
            <a:ext cx="4846320" cy="1682749"/>
          </a:xfrm>
        </p:spPr>
        <p:txBody>
          <a:bodyPr/>
          <a:lstStyle/>
          <a:p>
            <a:r>
              <a:rPr lang="en-US" cap="none" dirty="0"/>
              <a:t>Data Cleaning And Processing</a:t>
            </a:r>
            <a:br>
              <a:rPr lang="en-US" cap="none" dirty="0"/>
            </a:br>
            <a:endParaRPr lang="en-US" cap="none" dirty="0"/>
          </a:p>
        </p:txBody>
      </p:sp>
      <p:sp>
        <p:nvSpPr>
          <p:cNvPr id="3" name="Text Placeholder 2">
            <a:extLst>
              <a:ext uri="{FF2B5EF4-FFF2-40B4-BE49-F238E27FC236}">
                <a16:creationId xmlns:a16="http://schemas.microsoft.com/office/drawing/2014/main" id="{3983844E-2928-B338-591C-47C2BCF3B677}"/>
              </a:ext>
            </a:extLst>
          </p:cNvPr>
          <p:cNvSpPr>
            <a:spLocks noGrp="1"/>
          </p:cNvSpPr>
          <p:nvPr>
            <p:ph type="body" sz="quarter" idx="13"/>
          </p:nvPr>
        </p:nvSpPr>
        <p:spPr>
          <a:xfrm>
            <a:off x="4670298" y="301752"/>
            <a:ext cx="4828032" cy="490538"/>
          </a:xfrm>
        </p:spPr>
        <p:txBody>
          <a:bodyPr/>
          <a:lstStyle/>
          <a:p>
            <a:r>
              <a:rPr lang="en-US" dirty="0"/>
              <a:t>Steps in Processing:</a:t>
            </a:r>
            <a:endParaRPr lang="en-PK" dirty="0"/>
          </a:p>
        </p:txBody>
      </p:sp>
      <p:sp>
        <p:nvSpPr>
          <p:cNvPr id="13" name="Slide Number Placeholder 12">
            <a:extLst>
              <a:ext uri="{FF2B5EF4-FFF2-40B4-BE49-F238E27FC236}">
                <a16:creationId xmlns:a16="http://schemas.microsoft.com/office/drawing/2014/main" id="{FA81ECDC-1673-65E9-40E0-CF5393B68FC3}"/>
              </a:ext>
            </a:extLst>
          </p:cNvPr>
          <p:cNvSpPr>
            <a:spLocks noGrp="1"/>
          </p:cNvSpPr>
          <p:nvPr>
            <p:ph type="sldNum" sz="quarter" idx="12"/>
          </p:nvPr>
        </p:nvSpPr>
        <p:spPr/>
        <p:txBody>
          <a:bodyPr/>
          <a:lstStyle/>
          <a:p>
            <a:fld id="{5BFCF61C-3B18-4C03-8326-CC3B32D710C9}" type="slidenum">
              <a:rPr lang="en-US" smtClean="0"/>
              <a:pPr/>
              <a:t>5</a:t>
            </a:fld>
            <a:endParaRPr lang="en-US"/>
          </a:p>
        </p:txBody>
      </p:sp>
      <p:sp>
        <p:nvSpPr>
          <p:cNvPr id="6" name="Text Placeholder 5">
            <a:extLst>
              <a:ext uri="{FF2B5EF4-FFF2-40B4-BE49-F238E27FC236}">
                <a16:creationId xmlns:a16="http://schemas.microsoft.com/office/drawing/2014/main" id="{EC8B56CC-3833-193F-A29A-853924DB2BAC}"/>
              </a:ext>
            </a:extLst>
          </p:cNvPr>
          <p:cNvSpPr>
            <a:spLocks noGrp="1"/>
          </p:cNvSpPr>
          <p:nvPr>
            <p:ph type="body" sz="quarter" idx="15"/>
          </p:nvPr>
        </p:nvSpPr>
        <p:spPr>
          <a:xfrm>
            <a:off x="4761738" y="1182624"/>
            <a:ext cx="7298436" cy="1682750"/>
          </a:xfrm>
        </p:spPr>
        <p:txBody>
          <a:bodyPr/>
          <a:lstStyle/>
          <a:p>
            <a:pPr marL="0" marR="0" lvl="0" indent="0"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rgbClr val="3B4546"/>
                </a:solidFill>
                <a:effectLst/>
              </a:rPr>
              <a:t>Mapping Ordinal and Agreement Responses</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Standardized responses to numerical values:</a:t>
            </a:r>
          </a:p>
          <a:p>
            <a:pPr marL="914400" marR="0" lvl="2"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Agreement Scale: Strongly Disagree (0) to Strongly Agree (4).</a:t>
            </a:r>
          </a:p>
          <a:p>
            <a:pPr marL="914400" marR="0" lvl="2"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Frequency Scale: Never (0) to Always (4).</a:t>
            </a:r>
          </a:p>
          <a:p>
            <a:pPr marL="914400" marR="0" lvl="2"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Yes/No: No (0), Maybe (1), Yes (2).</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rgbClr val="3B4546"/>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0" i="0" u="none" strike="noStrike" cap="none" normalizeH="0" baseline="0" dirty="0">
                <a:ln>
                  <a:noFill/>
                </a:ln>
                <a:solidFill>
                  <a:srgbClr val="3B4546"/>
                </a:solidFill>
                <a:effectLst/>
              </a:rPr>
              <a:t>Text Cleaning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Converted text columns (e.g., College, Course) to lowercase.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Removed punctuation and stripped extra spaces</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rgbClr val="3B4546"/>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800" b="0" i="0" u="none" strike="noStrike" cap="none" normalizeH="0" baseline="0" dirty="0">
                <a:ln>
                  <a:noFill/>
                </a:ln>
                <a:solidFill>
                  <a:srgbClr val="3B4546"/>
                </a:solidFill>
                <a:effectLst/>
              </a:rPr>
              <a:t>Extracting Year of Study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Extracted numeric values from the "</a:t>
            </a:r>
            <a:r>
              <a:rPr kumimoji="0" lang="en-US" altLang="en-US" sz="1800" b="0" i="0" u="none" strike="noStrike" cap="none" normalizeH="0" baseline="0" dirty="0" err="1">
                <a:ln>
                  <a:noFill/>
                </a:ln>
                <a:solidFill>
                  <a:srgbClr val="3B4546"/>
                </a:solidFill>
                <a:effectLst/>
              </a:rPr>
              <a:t>year_of_study</a:t>
            </a:r>
            <a:r>
              <a:rPr kumimoji="0" lang="en-US" altLang="en-US" sz="1800" b="0" i="0" u="none" strike="noStrike" cap="none" normalizeH="0" baseline="0" dirty="0">
                <a:ln>
                  <a:noFill/>
                </a:ln>
                <a:solidFill>
                  <a:srgbClr val="3B4546"/>
                </a:solidFill>
                <a:effectLst/>
              </a:rPr>
              <a:t>" column (e.g., "2nd Year" → 2).</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rgbClr val="3B4546"/>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800" b="0" i="0" u="none" strike="noStrike" cap="none" normalizeH="0" baseline="0" dirty="0">
                <a:ln>
                  <a:noFill/>
                </a:ln>
                <a:solidFill>
                  <a:srgbClr val="3B4546"/>
                </a:solidFill>
                <a:effectLst/>
              </a:rPr>
              <a:t>Encoding Gender and CBT Awareness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Gender: Female (0), Male (1), Other (2).</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CBT Awareness: Encoded Yes/No responses numerically.</a:t>
            </a:r>
          </a:p>
          <a:p>
            <a:endParaRPr lang="en-IN" sz="1800" dirty="0">
              <a:solidFill>
                <a:srgbClr val="3B4546"/>
              </a:solidFill>
            </a:endParaRPr>
          </a:p>
        </p:txBody>
      </p:sp>
    </p:spTree>
    <p:extLst>
      <p:ext uri="{BB962C8B-B14F-4D97-AF65-F5344CB8AC3E}">
        <p14:creationId xmlns:p14="http://schemas.microsoft.com/office/powerpoint/2010/main" val="1205722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FB816-8F6C-4EA4-4E7A-55C82A224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31AFBD-FA90-41DA-5240-48EA40DD5BE8}"/>
              </a:ext>
            </a:extLst>
          </p:cNvPr>
          <p:cNvSpPr>
            <a:spLocks noGrp="1"/>
          </p:cNvSpPr>
          <p:nvPr>
            <p:ph type="title"/>
          </p:nvPr>
        </p:nvSpPr>
        <p:spPr>
          <a:xfrm>
            <a:off x="661198" y="1230896"/>
            <a:ext cx="11067382" cy="575321"/>
          </a:xfrm>
        </p:spPr>
        <p:txBody>
          <a:bodyPr/>
          <a:lstStyle/>
          <a:p>
            <a:r>
              <a:rPr lang="en-US" b="0" i="0" cap="none" dirty="0">
                <a:effectLst/>
              </a:rPr>
              <a:t>Identifying Mental Health Profiles With K-means</a:t>
            </a:r>
            <a:br>
              <a:rPr lang="en-US" b="0" i="0" dirty="0">
                <a:effectLst/>
              </a:rPr>
            </a:br>
            <a:endParaRPr lang="en-US" dirty="0"/>
          </a:p>
        </p:txBody>
      </p:sp>
      <p:sp>
        <p:nvSpPr>
          <p:cNvPr id="5" name="Text Placeholder 4">
            <a:extLst>
              <a:ext uri="{FF2B5EF4-FFF2-40B4-BE49-F238E27FC236}">
                <a16:creationId xmlns:a16="http://schemas.microsoft.com/office/drawing/2014/main" id="{7A97A397-4B9F-2852-8085-48FBCDB3CF4E}"/>
              </a:ext>
            </a:extLst>
          </p:cNvPr>
          <p:cNvSpPr>
            <a:spLocks noGrp="1"/>
          </p:cNvSpPr>
          <p:nvPr>
            <p:ph type="body" sz="quarter" idx="15"/>
          </p:nvPr>
        </p:nvSpPr>
        <p:spPr>
          <a:xfrm>
            <a:off x="661198" y="2461041"/>
            <a:ext cx="10297886" cy="1682750"/>
          </a:xfrm>
        </p:spPr>
        <p:txBody>
          <a:bodyPr/>
          <a:lstStyle/>
          <a:p>
            <a:pPr algn="l">
              <a:buFont typeface="Arial" panose="020B0604020202020204" pitchFamily="34" charset="0"/>
              <a:buChar char="•"/>
            </a:pPr>
            <a:r>
              <a:rPr lang="en-US" sz="1800" b="1" i="0" dirty="0">
                <a:effectLst/>
              </a:rPr>
              <a:t>Objective</a:t>
            </a:r>
            <a:r>
              <a:rPr lang="en-US" sz="1800" b="0" i="0" dirty="0">
                <a:effectLst/>
              </a:rPr>
              <a:t>: To uncover distinct groups of students based on shared mental health characteristics and cognitive distortions.</a:t>
            </a:r>
          </a:p>
          <a:p>
            <a:pPr algn="l">
              <a:buFont typeface="Arial" panose="020B0604020202020204" pitchFamily="34" charset="0"/>
              <a:buChar char="•"/>
            </a:pPr>
            <a:r>
              <a:rPr lang="en-US" sz="1800" b="1" i="0" dirty="0">
                <a:effectLst/>
              </a:rPr>
              <a:t>Method</a:t>
            </a:r>
            <a:r>
              <a:rPr lang="en-US" sz="1800" b="0" i="0" dirty="0">
                <a:effectLst/>
              </a:rPr>
              <a:t>: K-Means clustering is an unsupervised learning algorithm ideal for identifying patterns in unlabeled data.</a:t>
            </a:r>
          </a:p>
          <a:p>
            <a:pPr algn="l">
              <a:buFont typeface="Arial" panose="020B0604020202020204" pitchFamily="34" charset="0"/>
              <a:buChar char="•"/>
            </a:pPr>
            <a:r>
              <a:rPr lang="en-US" sz="1800" b="1" i="0" dirty="0">
                <a:effectLst/>
              </a:rPr>
              <a:t>Features Considered</a:t>
            </a:r>
            <a:r>
              <a:rPr lang="en-US" sz="1800" b="0" i="0" dirty="0">
                <a:effectLst/>
              </a:rPr>
              <a:t>: Cognitive Distortions (Black &amp; White Thinking, Overgeneralization, Personalization, Catastrophizing, Should Statements), Anxiety, and Depression scores.</a:t>
            </a:r>
            <a:endParaRPr lang="en-US" sz="18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3B4546"/>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sng" strike="noStrike" cap="none" normalizeH="0" baseline="0" dirty="0">
                <a:ln>
                  <a:noFill/>
                </a:ln>
                <a:solidFill>
                  <a:srgbClr val="3B4546"/>
                </a:solidFill>
                <a:effectLst/>
              </a:rPr>
              <a:t>Feature Selection &amp; Scaling: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Selected relevant features for clustering: CBT distortions, Anxiety, and Depression scores.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Scaled the data using </a:t>
            </a:r>
            <a:r>
              <a:rPr kumimoji="0" lang="en-US" altLang="en-US" sz="1800" b="1" i="0" u="none" strike="noStrike" cap="none" normalizeH="0" baseline="0" dirty="0" err="1">
                <a:ln>
                  <a:noFill/>
                </a:ln>
                <a:solidFill>
                  <a:srgbClr val="3B4546"/>
                </a:solidFill>
                <a:effectLst/>
              </a:rPr>
              <a:t>StandardScaler</a:t>
            </a:r>
            <a:r>
              <a:rPr kumimoji="0" lang="en-US" altLang="en-US" sz="1800" b="0" i="0" u="none" strike="noStrike" cap="none" normalizeH="0" baseline="0" dirty="0">
                <a:ln>
                  <a:noFill/>
                </a:ln>
                <a:solidFill>
                  <a:srgbClr val="3B4546"/>
                </a:solidFill>
                <a:effectLst/>
              </a:rPr>
              <a:t> to normalize the feature ranges.</a:t>
            </a:r>
          </a:p>
          <a:p>
            <a:pPr algn="l">
              <a:buFont typeface="Arial" panose="020B0604020202020204" pitchFamily="34" charset="0"/>
              <a:buChar char="•"/>
            </a:pPr>
            <a:endParaRPr lang="en-US" sz="1800" b="0" i="0" dirty="0">
              <a:effectLst/>
            </a:endParaRPr>
          </a:p>
        </p:txBody>
      </p:sp>
      <p:sp>
        <p:nvSpPr>
          <p:cNvPr id="13" name="Slide Number Placeholder 12">
            <a:extLst>
              <a:ext uri="{FF2B5EF4-FFF2-40B4-BE49-F238E27FC236}">
                <a16:creationId xmlns:a16="http://schemas.microsoft.com/office/drawing/2014/main" id="{5FF31E78-928B-0E7F-F5FA-2709E3208F70}"/>
              </a:ext>
            </a:extLst>
          </p:cNvPr>
          <p:cNvSpPr>
            <a:spLocks noGrp="1"/>
          </p:cNvSpPr>
          <p:nvPr>
            <p:ph type="sldNum" sz="quarter" idx="12"/>
          </p:nvPr>
        </p:nvSpPr>
        <p:spPr/>
        <p:txBody>
          <a:bodyPr/>
          <a:lstStyle/>
          <a:p>
            <a:fld id="{5BFCF61C-3B18-4C03-8326-CC3B32D710C9}" type="slidenum">
              <a:rPr lang="en-US" smtClean="0"/>
              <a:pPr/>
              <a:t>6</a:t>
            </a:fld>
            <a:endParaRPr lang="en-US"/>
          </a:p>
        </p:txBody>
      </p:sp>
    </p:spTree>
    <p:extLst>
      <p:ext uri="{BB962C8B-B14F-4D97-AF65-F5344CB8AC3E}">
        <p14:creationId xmlns:p14="http://schemas.microsoft.com/office/powerpoint/2010/main" val="2694441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BDE3D-CB39-03D2-545F-5283024761BD}"/>
              </a:ext>
            </a:extLst>
          </p:cNvPr>
          <p:cNvSpPr>
            <a:spLocks noGrp="1"/>
          </p:cNvSpPr>
          <p:nvPr>
            <p:ph type="title"/>
          </p:nvPr>
        </p:nvSpPr>
        <p:spPr>
          <a:xfrm>
            <a:off x="698862" y="1229775"/>
            <a:ext cx="11281644" cy="575321"/>
          </a:xfrm>
        </p:spPr>
        <p:txBody>
          <a:bodyPr/>
          <a:lstStyle/>
          <a:p>
            <a:pPr algn="l"/>
            <a:r>
              <a:rPr lang="en-US" b="0" i="0" cap="none" dirty="0">
                <a:effectLst/>
                <a:latin typeface="+mn-lt"/>
              </a:rPr>
              <a:t>Identifying Mental Health Profiles With K-means</a:t>
            </a:r>
          </a:p>
        </p:txBody>
      </p:sp>
      <p:sp>
        <p:nvSpPr>
          <p:cNvPr id="6" name="Text Placeholder 5">
            <a:extLst>
              <a:ext uri="{FF2B5EF4-FFF2-40B4-BE49-F238E27FC236}">
                <a16:creationId xmlns:a16="http://schemas.microsoft.com/office/drawing/2014/main" id="{846865D3-E9E5-FDDD-B091-FE6F9039C6EA}"/>
              </a:ext>
            </a:extLst>
          </p:cNvPr>
          <p:cNvSpPr>
            <a:spLocks noGrp="1"/>
          </p:cNvSpPr>
          <p:nvPr>
            <p:ph type="body" sz="quarter" idx="16"/>
          </p:nvPr>
        </p:nvSpPr>
        <p:spPr>
          <a:xfrm>
            <a:off x="698862" y="2595154"/>
            <a:ext cx="10951029" cy="3169919"/>
          </a:xfrm>
        </p:spPr>
        <p:txBody>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sng" strike="noStrike" cap="none" normalizeH="0" baseline="0" dirty="0">
                <a:ln>
                  <a:noFill/>
                </a:ln>
                <a:solidFill>
                  <a:srgbClr val="3B4546"/>
                </a:solidFill>
                <a:effectLst/>
              </a:rPr>
              <a:t>Determining the Optimal Number of Clusters (K):</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Used the Silhouette Score method to evaluate clustering performance for different values of K (2 to 10).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Silhouette Score Plot: The plot clearly indicated that K=2 had the highest silhouette score, indicating the most distinct clusters.</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rgbClr val="3B4546"/>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sng" strike="noStrike" cap="none" normalizeH="0" baseline="0" dirty="0">
                <a:ln>
                  <a:noFill/>
                </a:ln>
                <a:solidFill>
                  <a:srgbClr val="3B4546"/>
                </a:solidFill>
                <a:effectLst/>
              </a:rPr>
              <a:t>K-Means Application: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Applied K-Means clustering with the optimal </a:t>
            </a:r>
            <a:r>
              <a:rPr kumimoji="0" lang="en-US" altLang="en-US" sz="1800" b="0" i="0" u="none" strike="noStrike" cap="none" normalizeH="0" baseline="0" dirty="0" err="1">
                <a:ln>
                  <a:noFill/>
                </a:ln>
                <a:solidFill>
                  <a:srgbClr val="3B4546"/>
                </a:solidFill>
                <a:effectLst/>
              </a:rPr>
              <a:t>n_clusters</a:t>
            </a:r>
            <a:r>
              <a:rPr kumimoji="0" lang="en-US" altLang="en-US" sz="1800" b="0" i="0" u="none" strike="noStrike" cap="none" normalizeH="0" baseline="0" dirty="0">
                <a:ln>
                  <a:noFill/>
                </a:ln>
                <a:solidFill>
                  <a:srgbClr val="3B4546"/>
                </a:solidFill>
                <a:effectLst/>
              </a:rPr>
              <a:t>=2.</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Assigned cluster labels to each student in the dataset.</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rgbClr val="3B4546"/>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sng" strike="noStrike" cap="none" normalizeH="0" baseline="0" dirty="0">
                <a:ln>
                  <a:noFill/>
                </a:ln>
                <a:solidFill>
                  <a:srgbClr val="3B4546"/>
                </a:solidFill>
                <a:effectLst/>
              </a:rPr>
              <a:t>Saving Clustered Data:</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Added the cluster labels as a new column (Cluster) to the main DataFrame.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B4546"/>
                </a:solidFill>
                <a:effectLst/>
              </a:rPr>
              <a:t>Saved the final clustered dataset to clustered_student_mental_health_data.csv.</a:t>
            </a:r>
          </a:p>
          <a:p>
            <a:endParaRPr lang="en-US" sz="1800" dirty="0">
              <a:solidFill>
                <a:srgbClr val="3B4546"/>
              </a:solidFill>
            </a:endParaRPr>
          </a:p>
        </p:txBody>
      </p:sp>
      <p:sp>
        <p:nvSpPr>
          <p:cNvPr id="13" name="Slide Number Placeholder 12">
            <a:extLst>
              <a:ext uri="{FF2B5EF4-FFF2-40B4-BE49-F238E27FC236}">
                <a16:creationId xmlns:a16="http://schemas.microsoft.com/office/drawing/2014/main" id="{941D71DF-7225-6C66-9D2B-FAACEFF20849}"/>
              </a:ext>
            </a:extLst>
          </p:cNvPr>
          <p:cNvSpPr>
            <a:spLocks noGrp="1"/>
          </p:cNvSpPr>
          <p:nvPr>
            <p:ph type="sldNum" sz="quarter" idx="12"/>
          </p:nvPr>
        </p:nvSpPr>
        <p:spPr/>
        <p:txBody>
          <a:bodyPr/>
          <a:lstStyle/>
          <a:p>
            <a:fld id="{5BFCF61C-3B18-4C03-8326-CC3B32D710C9}" type="slidenum">
              <a:rPr lang="en-US" smtClean="0"/>
              <a:pPr/>
              <a:t>7</a:t>
            </a:fld>
            <a:endParaRPr lang="en-US"/>
          </a:p>
        </p:txBody>
      </p:sp>
    </p:spTree>
    <p:extLst>
      <p:ext uri="{BB962C8B-B14F-4D97-AF65-F5344CB8AC3E}">
        <p14:creationId xmlns:p14="http://schemas.microsoft.com/office/powerpoint/2010/main" val="3979194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89804E48-D44D-C8A3-0944-D89136753D97}"/>
              </a:ext>
            </a:extLst>
          </p:cNvPr>
          <p:cNvSpPr>
            <a:spLocks noGrp="1"/>
          </p:cNvSpPr>
          <p:nvPr>
            <p:ph type="sldNum" sz="quarter" idx="12"/>
          </p:nvPr>
        </p:nvSpPr>
        <p:spPr/>
        <p:txBody>
          <a:bodyPr/>
          <a:lstStyle/>
          <a:p>
            <a:fld id="{5BFCF61C-3B18-4C03-8326-CC3B32D710C9}" type="slidenum">
              <a:rPr lang="en-US" smtClean="0"/>
              <a:t>8</a:t>
            </a:fld>
            <a:endParaRPr lang="en-US"/>
          </a:p>
        </p:txBody>
      </p:sp>
      <p:pic>
        <p:nvPicPr>
          <p:cNvPr id="20" name="Picture 19">
            <a:extLst>
              <a:ext uri="{FF2B5EF4-FFF2-40B4-BE49-F238E27FC236}">
                <a16:creationId xmlns:a16="http://schemas.microsoft.com/office/drawing/2014/main" id="{B4C79027-0EC3-A110-1970-65418B1C560A}"/>
              </a:ext>
            </a:extLst>
          </p:cNvPr>
          <p:cNvPicPr>
            <a:picLocks noChangeAspect="1"/>
          </p:cNvPicPr>
          <p:nvPr/>
        </p:nvPicPr>
        <p:blipFill>
          <a:blip r:embed="rId3"/>
          <a:stretch>
            <a:fillRect/>
          </a:stretch>
        </p:blipFill>
        <p:spPr>
          <a:xfrm>
            <a:off x="126945" y="644677"/>
            <a:ext cx="5754317" cy="5408083"/>
          </a:xfrm>
          <a:prstGeom prst="rect">
            <a:avLst/>
          </a:prstGeom>
        </p:spPr>
      </p:pic>
      <p:pic>
        <p:nvPicPr>
          <p:cNvPr id="22" name="Picture 21">
            <a:extLst>
              <a:ext uri="{FF2B5EF4-FFF2-40B4-BE49-F238E27FC236}">
                <a16:creationId xmlns:a16="http://schemas.microsoft.com/office/drawing/2014/main" id="{0DF7BB7A-721F-477D-7C9C-F3E2CAE87891}"/>
              </a:ext>
            </a:extLst>
          </p:cNvPr>
          <p:cNvPicPr>
            <a:picLocks noChangeAspect="1"/>
          </p:cNvPicPr>
          <p:nvPr/>
        </p:nvPicPr>
        <p:blipFill>
          <a:blip r:embed="rId4"/>
          <a:stretch>
            <a:fillRect/>
          </a:stretch>
        </p:blipFill>
        <p:spPr>
          <a:xfrm>
            <a:off x="6038586" y="644676"/>
            <a:ext cx="6019550" cy="5408083"/>
          </a:xfrm>
          <a:prstGeom prst="rect">
            <a:avLst/>
          </a:prstGeom>
        </p:spPr>
      </p:pic>
    </p:spTree>
    <p:extLst>
      <p:ext uri="{BB962C8B-B14F-4D97-AF65-F5344CB8AC3E}">
        <p14:creationId xmlns:p14="http://schemas.microsoft.com/office/powerpoint/2010/main" val="1125054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91133-2B2D-CB5C-25A3-A6BBC6AC48F6}"/>
              </a:ext>
            </a:extLst>
          </p:cNvPr>
          <p:cNvSpPr>
            <a:spLocks noGrp="1"/>
          </p:cNvSpPr>
          <p:nvPr>
            <p:ph type="title"/>
          </p:nvPr>
        </p:nvSpPr>
        <p:spPr/>
        <p:txBody>
          <a:bodyPr/>
          <a:lstStyle/>
          <a:p>
            <a:r>
              <a:rPr lang="en-US" b="0" i="0" cap="none" dirty="0">
                <a:effectLst/>
              </a:rPr>
              <a:t>NLP Models: BERT And RNN In Action</a:t>
            </a:r>
            <a:br>
              <a:rPr lang="en-US" b="0" i="0" cap="none" dirty="0">
                <a:effectLst/>
              </a:rPr>
            </a:br>
            <a:endParaRPr lang="en-US" cap="none" dirty="0"/>
          </a:p>
        </p:txBody>
      </p:sp>
      <p:sp>
        <p:nvSpPr>
          <p:cNvPr id="4" name="Text Placeholder 3">
            <a:extLst>
              <a:ext uri="{FF2B5EF4-FFF2-40B4-BE49-F238E27FC236}">
                <a16:creationId xmlns:a16="http://schemas.microsoft.com/office/drawing/2014/main" id="{C86737C8-4322-77C9-4E34-94E5EE136DBC}"/>
              </a:ext>
            </a:extLst>
          </p:cNvPr>
          <p:cNvSpPr>
            <a:spLocks noGrp="1"/>
          </p:cNvSpPr>
          <p:nvPr>
            <p:ph type="body" sz="quarter" idx="15"/>
          </p:nvPr>
        </p:nvSpPr>
        <p:spPr>
          <a:xfrm>
            <a:off x="431820" y="3276849"/>
            <a:ext cx="10858967" cy="1682750"/>
          </a:xfrm>
        </p:spPr>
        <p:txBody>
          <a:bodyPr/>
          <a:lstStyle/>
          <a:p>
            <a:pPr algn="l">
              <a:buFont typeface="Arial" panose="020B0604020202020204" pitchFamily="34" charset="0"/>
              <a:buChar char="•"/>
            </a:pPr>
            <a:r>
              <a:rPr lang="en-US" sz="1800" b="0" i="0" dirty="0">
                <a:effectLst/>
              </a:rPr>
              <a:t>Enhanced Model Training: Training BERT and RNN models on clustered data can improve their performance.</a:t>
            </a:r>
          </a:p>
          <a:p>
            <a:pPr algn="l">
              <a:buFont typeface="Arial" panose="020B0604020202020204" pitchFamily="34" charset="0"/>
              <a:buChar char="•"/>
            </a:pPr>
            <a:r>
              <a:rPr lang="en-US" sz="1800" b="0" i="0" dirty="0">
                <a:effectLst/>
              </a:rPr>
              <a:t>Targeted Insights: Clustered data allows models to learn patterns specific to different mental health profiles, leading to more accurate and relevant insights.</a:t>
            </a:r>
          </a:p>
          <a:p>
            <a:pPr algn="l">
              <a:buFont typeface="Arial" panose="020B0604020202020204" pitchFamily="34" charset="0"/>
              <a:buChar char="•"/>
            </a:pPr>
            <a:r>
              <a:rPr lang="en-US" sz="1800" b="0" i="0" dirty="0">
                <a:effectLst/>
              </a:rPr>
              <a:t>Performance Improvements: By leveraging the cluster labels as additional features, the models can better understand the relationships between responses and outcomes.</a:t>
            </a:r>
          </a:p>
          <a:p>
            <a:r>
              <a:rPr lang="en-US" sz="1800" dirty="0"/>
              <a:t>in Q4</a:t>
            </a:r>
          </a:p>
        </p:txBody>
      </p:sp>
      <p:sp>
        <p:nvSpPr>
          <p:cNvPr id="11" name="Slide Number Placeholder 10">
            <a:extLst>
              <a:ext uri="{FF2B5EF4-FFF2-40B4-BE49-F238E27FC236}">
                <a16:creationId xmlns:a16="http://schemas.microsoft.com/office/drawing/2014/main" id="{F8FC4DAD-8F22-40DC-8133-22BF52217FB8}"/>
              </a:ext>
            </a:extLst>
          </p:cNvPr>
          <p:cNvSpPr>
            <a:spLocks noGrp="1"/>
          </p:cNvSpPr>
          <p:nvPr>
            <p:ph type="sldNum" sz="quarter" idx="12"/>
          </p:nvPr>
        </p:nvSpPr>
        <p:spPr/>
        <p:txBody>
          <a:bodyPr/>
          <a:lstStyle/>
          <a:p>
            <a:fld id="{5BFCF61C-3B18-4C03-8326-CC3B32D710C9}" type="slidenum">
              <a:rPr lang="en-US" smtClean="0"/>
              <a:pPr/>
              <a:t>9</a:t>
            </a:fld>
            <a:endParaRPr lang="en-US"/>
          </a:p>
        </p:txBody>
      </p:sp>
    </p:spTree>
    <p:extLst>
      <p:ext uri="{BB962C8B-B14F-4D97-AF65-F5344CB8AC3E}">
        <p14:creationId xmlns:p14="http://schemas.microsoft.com/office/powerpoint/2010/main" val="901526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43DF41ED-5729-1B31-0C04-21385523D7E1}"/>
              </a:ext>
            </a:extLst>
          </p:cNvPr>
          <p:cNvSpPr txBox="1">
            <a:spLocks/>
          </p:cNvSpPr>
          <p:nvPr/>
        </p:nvSpPr>
        <p:spPr>
          <a:xfrm>
            <a:off x="286732" y="964280"/>
            <a:ext cx="9081204" cy="36637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IN" sz="2200" b="1" i="0" dirty="0">
                <a:solidFill>
                  <a:schemeClr val="bg1"/>
                </a:solidFill>
                <a:effectLst/>
                <a:latin typeface="+mj-lt"/>
              </a:rPr>
              <a:t>Model Implementation:</a:t>
            </a:r>
          </a:p>
          <a:p>
            <a:pPr marL="457200" lvl="1" indent="0">
              <a:buNone/>
            </a:pPr>
            <a:endParaRPr lang="en-US" sz="2200" b="1" dirty="0">
              <a:solidFill>
                <a:schemeClr val="bg1"/>
              </a:solidFill>
              <a:latin typeface="+mj-lt"/>
            </a:endParaRPr>
          </a:p>
          <a:p>
            <a:pPr marL="457200" lvl="1" indent="0">
              <a:buNone/>
            </a:pPr>
            <a:r>
              <a:rPr lang="en-US" sz="1800" dirty="0">
                <a:solidFill>
                  <a:schemeClr val="bg1"/>
                </a:solidFill>
              </a:rPr>
              <a:t>BERT:</a:t>
            </a:r>
          </a:p>
          <a:p>
            <a:pPr marL="742950" lvl="1" indent="-285750">
              <a:buFont typeface="+mj-lt"/>
              <a:buAutoNum type="arabicPeriod"/>
            </a:pPr>
            <a:endParaRPr lang="en-US" sz="1800" dirty="0">
              <a:solidFill>
                <a:schemeClr val="bg1"/>
              </a:solidFill>
            </a:endParaRPr>
          </a:p>
          <a:p>
            <a:pPr lvl="2"/>
            <a:r>
              <a:rPr lang="en-US" sz="1800" dirty="0">
                <a:solidFill>
                  <a:schemeClr val="bg1"/>
                </a:solidFill>
              </a:rPr>
              <a:t>Fine-tuned a pre-trained BERT model on the dataset.</a:t>
            </a:r>
          </a:p>
          <a:p>
            <a:pPr lvl="2"/>
            <a:r>
              <a:rPr lang="en-US" sz="1800" dirty="0">
                <a:solidFill>
                  <a:schemeClr val="bg1"/>
                </a:solidFill>
              </a:rPr>
              <a:t>Added a classification layer on top of BERT for sentiment analysis.</a:t>
            </a:r>
          </a:p>
          <a:p>
            <a:pPr lvl="2"/>
            <a:r>
              <a:rPr lang="en-US" sz="1800" dirty="0">
                <a:solidFill>
                  <a:schemeClr val="bg1"/>
                </a:solidFill>
              </a:rPr>
              <a:t>Evaluated model performance using metrics such as accuracy, precision, recall, and F1-score.</a:t>
            </a:r>
          </a:p>
          <a:p>
            <a:pPr lvl="2"/>
            <a:endParaRPr lang="en-US" sz="1800" dirty="0">
              <a:solidFill>
                <a:schemeClr val="bg1"/>
              </a:solidFill>
            </a:endParaRPr>
          </a:p>
          <a:p>
            <a:pPr marL="457200" lvl="1" indent="0">
              <a:buNone/>
            </a:pPr>
            <a:r>
              <a:rPr lang="en-US" sz="1800" dirty="0">
                <a:solidFill>
                  <a:schemeClr val="bg1"/>
                </a:solidFill>
              </a:rPr>
              <a:t>RNN:</a:t>
            </a:r>
          </a:p>
          <a:p>
            <a:pPr marL="457200" lvl="1" indent="0">
              <a:buNone/>
            </a:pPr>
            <a:endParaRPr lang="en-US" sz="1800" dirty="0">
              <a:solidFill>
                <a:schemeClr val="bg1"/>
              </a:solidFill>
            </a:endParaRPr>
          </a:p>
          <a:p>
            <a:pPr lvl="2"/>
            <a:r>
              <a:rPr lang="en-US" dirty="0">
                <a:solidFill>
                  <a:schemeClr val="bg1"/>
                </a:solidFill>
              </a:rPr>
              <a:t>Built an RNN model with embedding, LSTM, and dense layers.</a:t>
            </a:r>
          </a:p>
          <a:p>
            <a:pPr lvl="2"/>
            <a:r>
              <a:rPr lang="en-US" sz="1800" dirty="0">
                <a:solidFill>
                  <a:schemeClr val="bg1"/>
                </a:solidFill>
              </a:rPr>
              <a:t>Trained the model on the dataset.</a:t>
            </a:r>
          </a:p>
          <a:p>
            <a:pPr lvl="2"/>
            <a:r>
              <a:rPr lang="en-US" sz="1800" dirty="0">
                <a:solidFill>
                  <a:schemeClr val="bg1"/>
                </a:solidFill>
              </a:rPr>
              <a:t>Evaluated model performance using metrics such as accuracy, precision, recall, and F1-score.</a:t>
            </a:r>
          </a:p>
          <a:p>
            <a:endParaRPr lang="en-US" sz="1800" dirty="0">
              <a:solidFill>
                <a:schemeClr val="bg1"/>
              </a:solidFill>
            </a:endParaRPr>
          </a:p>
        </p:txBody>
      </p:sp>
    </p:spTree>
    <p:extLst>
      <p:ext uri="{BB962C8B-B14F-4D97-AF65-F5344CB8AC3E}">
        <p14:creationId xmlns:p14="http://schemas.microsoft.com/office/powerpoint/2010/main" val="226236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A783BE29-9226-E728-BAD0-B02DEADFB9C6}"/>
              </a:ext>
            </a:extLst>
          </p:cNvPr>
          <p:cNvSpPr>
            <a:spLocks noGrp="1"/>
          </p:cNvSpPr>
          <p:nvPr>
            <p:ph type="sldNum" sz="quarter" idx="12"/>
          </p:nvPr>
        </p:nvSpPr>
        <p:spPr/>
        <p:txBody>
          <a:bodyPr/>
          <a:lstStyle/>
          <a:p>
            <a:fld id="{5BFCF61C-3B18-4C03-8326-CC3B32D710C9}" type="slidenum">
              <a:rPr lang="en-US" smtClean="0"/>
              <a:pPr/>
              <a:t>11</a:t>
            </a:fld>
            <a:endParaRPr lang="en-US"/>
          </a:p>
        </p:txBody>
      </p:sp>
      <p:pic>
        <p:nvPicPr>
          <p:cNvPr id="3076" name="Picture 4" descr="BERT Explained: State of the art language model for NLP | by Rani Horev |  TDS Archive | Medium">
            <a:extLst>
              <a:ext uri="{FF2B5EF4-FFF2-40B4-BE49-F238E27FC236}">
                <a16:creationId xmlns:a16="http://schemas.microsoft.com/office/drawing/2014/main" id="{30FC0D88-11D7-F783-2384-489AA8FCFC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8872" y="1401880"/>
            <a:ext cx="5776816" cy="391715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Understanding Recurrent Neural Networks (RNN) — A Gateway to Sequential  Data Analysis | by Palash Mishra | Medium">
            <a:extLst>
              <a:ext uri="{FF2B5EF4-FFF2-40B4-BE49-F238E27FC236}">
                <a16:creationId xmlns:a16="http://schemas.microsoft.com/office/drawing/2014/main" id="{DDB652AD-A0B6-4339-D3B0-7996482FB2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308" y="1401880"/>
            <a:ext cx="5583984" cy="3783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4647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CB66A1BD-2500-AB18-9DCA-0585F33C2410}"/>
              </a:ext>
            </a:extLst>
          </p:cNvPr>
          <p:cNvSpPr>
            <a:spLocks noGrp="1"/>
          </p:cNvSpPr>
          <p:nvPr>
            <p:ph type="sldNum" sz="quarter" idx="12"/>
          </p:nvPr>
        </p:nvSpPr>
        <p:spPr/>
        <p:txBody>
          <a:bodyPr/>
          <a:lstStyle/>
          <a:p>
            <a:fld id="{5BFCF61C-3B18-4C03-8326-CC3B32D710C9}" type="slidenum">
              <a:rPr lang="en-US" smtClean="0"/>
              <a:pPr/>
              <a:t>12</a:t>
            </a:fld>
            <a:endParaRPr lang="en-US"/>
          </a:p>
        </p:txBody>
      </p:sp>
      <p:sp>
        <p:nvSpPr>
          <p:cNvPr id="4" name="Text Placeholder 3">
            <a:extLst>
              <a:ext uri="{FF2B5EF4-FFF2-40B4-BE49-F238E27FC236}">
                <a16:creationId xmlns:a16="http://schemas.microsoft.com/office/drawing/2014/main" id="{CC527572-7972-ED2D-3489-0818CC8C2503}"/>
              </a:ext>
            </a:extLst>
          </p:cNvPr>
          <p:cNvSpPr>
            <a:spLocks noGrp="1"/>
          </p:cNvSpPr>
          <p:nvPr>
            <p:ph type="body" sz="quarter" idx="15"/>
          </p:nvPr>
        </p:nvSpPr>
        <p:spPr>
          <a:xfrm>
            <a:off x="514115" y="1746250"/>
            <a:ext cx="9133737" cy="1682750"/>
          </a:xfrm>
        </p:spPr>
        <p:txBody>
          <a:bodyPr/>
          <a:lstStyle/>
          <a:p>
            <a:pPr>
              <a:buNone/>
            </a:pPr>
            <a:r>
              <a:rPr lang="en-US" dirty="0"/>
              <a:t>In this study, we compare the performance of </a:t>
            </a:r>
            <a:r>
              <a:rPr lang="en-US" b="1" dirty="0"/>
              <a:t>Recurrent Neural Networks (RNN)</a:t>
            </a:r>
            <a:r>
              <a:rPr lang="en-US" dirty="0"/>
              <a:t> and </a:t>
            </a:r>
            <a:r>
              <a:rPr lang="en-US" b="1" dirty="0"/>
              <a:t>Bidirectional Encoder Representations from Transformers (BERT)</a:t>
            </a:r>
            <a:r>
              <a:rPr lang="en-US" dirty="0"/>
              <a:t> on [your dataset/task]. Both models are widely used for sequential data processing but differ in their approach to handling contextual information.</a:t>
            </a:r>
          </a:p>
          <a:p>
            <a:pPr>
              <a:buNone/>
            </a:pPr>
            <a:r>
              <a:rPr lang="en-US" dirty="0"/>
              <a:t>	🔹 </a:t>
            </a:r>
            <a:r>
              <a:rPr lang="en-US" b="1" dirty="0"/>
              <a:t>RNN</a:t>
            </a:r>
            <a:r>
              <a:rPr lang="en-US" dirty="0"/>
              <a:t> processes input sequentially, making it suitable for time-dependent patterns but prone to vanishing gradient issues.</a:t>
            </a:r>
            <a:br>
              <a:rPr lang="en-US" dirty="0"/>
            </a:br>
            <a:r>
              <a:rPr lang="en-US" dirty="0"/>
              <a:t>🔹 </a:t>
            </a:r>
            <a:r>
              <a:rPr lang="en-US" b="1" dirty="0"/>
              <a:t>BERT</a:t>
            </a:r>
            <a:r>
              <a:rPr lang="en-US" dirty="0"/>
              <a:t>, a transformer-based model, captures deep bidirectional context, leading to improved language understanding.</a:t>
            </a:r>
          </a:p>
          <a:p>
            <a:pPr marL="0" indent="0">
              <a:buNone/>
            </a:pPr>
            <a:r>
              <a:rPr lang="en-US" dirty="0"/>
              <a:t>To evaluate their effectiveness, we trained both models on </a:t>
            </a:r>
            <a:r>
              <a:rPr lang="en-US" b="1" dirty="0"/>
              <a:t>80% of the dataset</a:t>
            </a:r>
            <a:r>
              <a:rPr lang="en-US" dirty="0"/>
              <a:t> and tested them on </a:t>
            </a:r>
            <a:r>
              <a:rPr lang="en-US" b="1" dirty="0"/>
              <a:t>20% unseen data</a:t>
            </a:r>
            <a:r>
              <a:rPr lang="en-US" dirty="0"/>
              <a:t>. The comparison is based on:</a:t>
            </a:r>
          </a:p>
          <a:p>
            <a:endParaRPr lang="en-IN" dirty="0"/>
          </a:p>
        </p:txBody>
      </p:sp>
      <p:sp>
        <p:nvSpPr>
          <p:cNvPr id="5" name="Title 1">
            <a:extLst>
              <a:ext uri="{FF2B5EF4-FFF2-40B4-BE49-F238E27FC236}">
                <a16:creationId xmlns:a16="http://schemas.microsoft.com/office/drawing/2014/main" id="{C02F9F0A-CEEF-7111-137F-362DAAA835BE}"/>
              </a:ext>
            </a:extLst>
          </p:cNvPr>
          <p:cNvSpPr>
            <a:spLocks noGrp="1"/>
          </p:cNvSpPr>
          <p:nvPr>
            <p:ph type="title"/>
          </p:nvPr>
        </p:nvSpPr>
        <p:spPr>
          <a:xfrm>
            <a:off x="514116" y="541922"/>
            <a:ext cx="11281644" cy="575321"/>
          </a:xfrm>
        </p:spPr>
        <p:txBody>
          <a:bodyPr/>
          <a:lstStyle/>
          <a:p>
            <a:pPr algn="l"/>
            <a:r>
              <a:rPr lang="en-US" b="0" i="0" cap="none" dirty="0">
                <a:effectLst/>
                <a:latin typeface="+mn-lt"/>
              </a:rPr>
              <a:t>Comparative Study</a:t>
            </a:r>
          </a:p>
        </p:txBody>
      </p:sp>
    </p:spTree>
    <p:extLst>
      <p:ext uri="{BB962C8B-B14F-4D97-AF65-F5344CB8AC3E}">
        <p14:creationId xmlns:p14="http://schemas.microsoft.com/office/powerpoint/2010/main" val="73848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32F76-5DA9-6F22-993F-94676CAB19D9}"/>
            </a:ext>
          </a:extLst>
        </p:cNvPr>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CFB5FE18-1779-AE89-2469-0480E6EC847B}"/>
              </a:ext>
            </a:extLst>
          </p:cNvPr>
          <p:cNvSpPr>
            <a:spLocks noGrp="1"/>
          </p:cNvSpPr>
          <p:nvPr>
            <p:ph type="sldNum" sz="quarter" idx="12"/>
          </p:nvPr>
        </p:nvSpPr>
        <p:spPr/>
        <p:txBody>
          <a:bodyPr/>
          <a:lstStyle/>
          <a:p>
            <a:fld id="{5BFCF61C-3B18-4C03-8326-CC3B32D710C9}" type="slidenum">
              <a:rPr lang="en-US" smtClean="0"/>
              <a:pPr/>
              <a:t>13</a:t>
            </a:fld>
            <a:endParaRPr lang="en-US"/>
          </a:p>
        </p:txBody>
      </p:sp>
      <p:sp>
        <p:nvSpPr>
          <p:cNvPr id="5" name="Title 1">
            <a:extLst>
              <a:ext uri="{FF2B5EF4-FFF2-40B4-BE49-F238E27FC236}">
                <a16:creationId xmlns:a16="http://schemas.microsoft.com/office/drawing/2014/main" id="{97820525-2473-D50C-B0A4-3C582F1FF8F7}"/>
              </a:ext>
            </a:extLst>
          </p:cNvPr>
          <p:cNvSpPr>
            <a:spLocks noGrp="1"/>
          </p:cNvSpPr>
          <p:nvPr>
            <p:ph type="title"/>
          </p:nvPr>
        </p:nvSpPr>
        <p:spPr>
          <a:xfrm>
            <a:off x="455178" y="288411"/>
            <a:ext cx="11281644" cy="575321"/>
          </a:xfrm>
        </p:spPr>
        <p:txBody>
          <a:bodyPr/>
          <a:lstStyle/>
          <a:p>
            <a:pPr algn="l"/>
            <a:r>
              <a:rPr lang="en-US" b="0" i="0" cap="none" dirty="0">
                <a:effectLst/>
                <a:latin typeface="+mn-lt"/>
              </a:rPr>
              <a:t>Comparative Study - BERT</a:t>
            </a:r>
          </a:p>
        </p:txBody>
      </p:sp>
      <p:sp>
        <p:nvSpPr>
          <p:cNvPr id="7" name="TextBox 6">
            <a:extLst>
              <a:ext uri="{FF2B5EF4-FFF2-40B4-BE49-F238E27FC236}">
                <a16:creationId xmlns:a16="http://schemas.microsoft.com/office/drawing/2014/main" id="{65D90F4F-63E2-D00C-212A-B182E60CE874}"/>
              </a:ext>
            </a:extLst>
          </p:cNvPr>
          <p:cNvSpPr txBox="1"/>
          <p:nvPr/>
        </p:nvSpPr>
        <p:spPr>
          <a:xfrm>
            <a:off x="220048" y="4535780"/>
            <a:ext cx="6106884" cy="369332"/>
          </a:xfrm>
          <a:prstGeom prst="rect">
            <a:avLst/>
          </a:prstGeom>
          <a:noFill/>
        </p:spPr>
        <p:txBody>
          <a:bodyPr wrap="square">
            <a:spAutoFit/>
          </a:bodyPr>
          <a:lstStyle/>
          <a:p>
            <a:pPr marL="457200" lvl="1" indent="0">
              <a:buNone/>
            </a:pPr>
            <a:r>
              <a:rPr lang="en-IN" sz="1800" b="1" i="0" dirty="0">
                <a:solidFill>
                  <a:srgbClr val="3B4546"/>
                </a:solidFill>
                <a:effectLst/>
                <a:latin typeface="+mj-lt"/>
              </a:rPr>
              <a:t>C</a:t>
            </a:r>
            <a:r>
              <a:rPr lang="en-IN" b="1" dirty="0">
                <a:solidFill>
                  <a:srgbClr val="3B4546"/>
                </a:solidFill>
                <a:latin typeface="+mj-lt"/>
              </a:rPr>
              <a:t>ONFUSION MATRIX</a:t>
            </a:r>
            <a:endParaRPr lang="en-IN" sz="1800" b="1" i="0" dirty="0">
              <a:solidFill>
                <a:srgbClr val="3B4546"/>
              </a:solidFill>
              <a:effectLst/>
              <a:latin typeface="+mj-lt"/>
            </a:endParaRPr>
          </a:p>
        </p:txBody>
      </p:sp>
      <p:graphicFrame>
        <p:nvGraphicFramePr>
          <p:cNvPr id="8" name="Table 7">
            <a:extLst>
              <a:ext uri="{FF2B5EF4-FFF2-40B4-BE49-F238E27FC236}">
                <a16:creationId xmlns:a16="http://schemas.microsoft.com/office/drawing/2014/main" id="{E1A472E8-65C3-ED42-F2F9-6B7163DEDC30}"/>
              </a:ext>
            </a:extLst>
          </p:cNvPr>
          <p:cNvGraphicFramePr>
            <a:graphicFrameLocks noGrp="1"/>
          </p:cNvGraphicFramePr>
          <p:nvPr>
            <p:extLst>
              <p:ext uri="{D42A27DB-BD31-4B8C-83A1-F6EECF244321}">
                <p14:modId xmlns:p14="http://schemas.microsoft.com/office/powerpoint/2010/main" val="2110372137"/>
              </p:ext>
            </p:extLst>
          </p:nvPr>
        </p:nvGraphicFramePr>
        <p:xfrm>
          <a:off x="6967893" y="2050023"/>
          <a:ext cx="4457958" cy="2225040"/>
        </p:xfrm>
        <a:graphic>
          <a:graphicData uri="http://schemas.openxmlformats.org/drawingml/2006/table">
            <a:tbl>
              <a:tblPr firstRow="1" bandRow="1">
                <a:tableStyleId>{5C22544A-7EE6-4342-B048-85BDC9FD1C3A}</a:tableStyleId>
              </a:tblPr>
              <a:tblGrid>
                <a:gridCol w="1485986">
                  <a:extLst>
                    <a:ext uri="{9D8B030D-6E8A-4147-A177-3AD203B41FA5}">
                      <a16:colId xmlns:a16="http://schemas.microsoft.com/office/drawing/2014/main" val="4233556875"/>
                    </a:ext>
                  </a:extLst>
                </a:gridCol>
                <a:gridCol w="1485986">
                  <a:extLst>
                    <a:ext uri="{9D8B030D-6E8A-4147-A177-3AD203B41FA5}">
                      <a16:colId xmlns:a16="http://schemas.microsoft.com/office/drawing/2014/main" val="976942903"/>
                    </a:ext>
                  </a:extLst>
                </a:gridCol>
                <a:gridCol w="1485986">
                  <a:extLst>
                    <a:ext uri="{9D8B030D-6E8A-4147-A177-3AD203B41FA5}">
                      <a16:colId xmlns:a16="http://schemas.microsoft.com/office/drawing/2014/main" val="871623948"/>
                    </a:ext>
                  </a:extLst>
                </a:gridCol>
              </a:tblGrid>
              <a:tr h="370840">
                <a:tc>
                  <a:txBody>
                    <a:bodyPr/>
                    <a:lstStyle/>
                    <a:p>
                      <a:endParaRPr lang="en-IN"/>
                    </a:p>
                  </a:txBody>
                  <a:tcPr/>
                </a:tc>
                <a:tc>
                  <a:txBody>
                    <a:bodyPr/>
                    <a:lstStyle/>
                    <a:p>
                      <a:r>
                        <a:rPr lang="en-IN" dirty="0"/>
                        <a:t>Metric</a:t>
                      </a:r>
                    </a:p>
                  </a:txBody>
                  <a:tcPr/>
                </a:tc>
                <a:tc>
                  <a:txBody>
                    <a:bodyPr/>
                    <a:lstStyle/>
                    <a:p>
                      <a:r>
                        <a:rPr lang="en-IN" dirty="0"/>
                        <a:t>Score</a:t>
                      </a:r>
                    </a:p>
                  </a:txBody>
                  <a:tcPr/>
                </a:tc>
                <a:extLst>
                  <a:ext uri="{0D108BD9-81ED-4DB2-BD59-A6C34878D82A}">
                    <a16:rowId xmlns:a16="http://schemas.microsoft.com/office/drawing/2014/main" val="1143022657"/>
                  </a:ext>
                </a:extLst>
              </a:tr>
              <a:tr h="370840">
                <a:tc>
                  <a:txBody>
                    <a:bodyPr/>
                    <a:lstStyle/>
                    <a:p>
                      <a:r>
                        <a:rPr lang="en-IN" dirty="0"/>
                        <a:t>1</a:t>
                      </a:r>
                    </a:p>
                  </a:txBody>
                  <a:tcPr/>
                </a:tc>
                <a:tc>
                  <a:txBody>
                    <a:bodyPr/>
                    <a:lstStyle/>
                    <a:p>
                      <a:r>
                        <a:rPr lang="en-IN" dirty="0"/>
                        <a:t>Loss</a:t>
                      </a:r>
                    </a:p>
                  </a:txBody>
                  <a:tcPr/>
                </a:tc>
                <a:tc>
                  <a:txBody>
                    <a:bodyPr/>
                    <a:lstStyle/>
                    <a:p>
                      <a:r>
                        <a:rPr lang="en-IN" dirty="0"/>
                        <a:t>1.614791</a:t>
                      </a:r>
                    </a:p>
                  </a:txBody>
                  <a:tcPr/>
                </a:tc>
                <a:extLst>
                  <a:ext uri="{0D108BD9-81ED-4DB2-BD59-A6C34878D82A}">
                    <a16:rowId xmlns:a16="http://schemas.microsoft.com/office/drawing/2014/main" val="1021340290"/>
                  </a:ext>
                </a:extLst>
              </a:tr>
              <a:tr h="370840">
                <a:tc>
                  <a:txBody>
                    <a:bodyPr/>
                    <a:lstStyle/>
                    <a:p>
                      <a:r>
                        <a:rPr lang="en-IN" dirty="0"/>
                        <a:t>2</a:t>
                      </a:r>
                    </a:p>
                  </a:txBody>
                  <a:tcPr/>
                </a:tc>
                <a:tc>
                  <a:txBody>
                    <a:bodyPr/>
                    <a:lstStyle/>
                    <a:p>
                      <a:r>
                        <a:rPr lang="en-IN" dirty="0"/>
                        <a:t>Accuracy(%)</a:t>
                      </a:r>
                    </a:p>
                  </a:txBody>
                  <a:tcPr/>
                </a:tc>
                <a:tc>
                  <a:txBody>
                    <a:bodyPr/>
                    <a:lstStyle/>
                    <a:p>
                      <a:r>
                        <a:rPr lang="en-IN" dirty="0"/>
                        <a:t>59.01634</a:t>
                      </a:r>
                    </a:p>
                  </a:txBody>
                  <a:tcPr/>
                </a:tc>
                <a:extLst>
                  <a:ext uri="{0D108BD9-81ED-4DB2-BD59-A6C34878D82A}">
                    <a16:rowId xmlns:a16="http://schemas.microsoft.com/office/drawing/2014/main" val="3808402046"/>
                  </a:ext>
                </a:extLst>
              </a:tr>
              <a:tr h="370840">
                <a:tc>
                  <a:txBody>
                    <a:bodyPr/>
                    <a:lstStyle/>
                    <a:p>
                      <a:r>
                        <a:rPr lang="en-IN" dirty="0"/>
                        <a:t>3</a:t>
                      </a:r>
                    </a:p>
                  </a:txBody>
                  <a:tcPr/>
                </a:tc>
                <a:tc>
                  <a:txBody>
                    <a:bodyPr/>
                    <a:lstStyle/>
                    <a:p>
                      <a:r>
                        <a:rPr lang="en-IN" dirty="0"/>
                        <a:t>Precision(%)</a:t>
                      </a:r>
                    </a:p>
                  </a:txBody>
                  <a:tcPr/>
                </a:tc>
                <a:tc>
                  <a:txBody>
                    <a:bodyPr/>
                    <a:lstStyle/>
                    <a:p>
                      <a:r>
                        <a:rPr lang="en-IN" dirty="0"/>
                        <a:t>62.98360</a:t>
                      </a:r>
                    </a:p>
                  </a:txBody>
                  <a:tcPr/>
                </a:tc>
                <a:extLst>
                  <a:ext uri="{0D108BD9-81ED-4DB2-BD59-A6C34878D82A}">
                    <a16:rowId xmlns:a16="http://schemas.microsoft.com/office/drawing/2014/main" val="2664443522"/>
                  </a:ext>
                </a:extLst>
              </a:tr>
              <a:tr h="370840">
                <a:tc>
                  <a:txBody>
                    <a:bodyPr/>
                    <a:lstStyle/>
                    <a:p>
                      <a:r>
                        <a:rPr lang="en-IN" dirty="0"/>
                        <a:t>4</a:t>
                      </a:r>
                    </a:p>
                  </a:txBody>
                  <a:tcPr/>
                </a:tc>
                <a:tc>
                  <a:txBody>
                    <a:bodyPr/>
                    <a:lstStyle/>
                    <a:p>
                      <a:r>
                        <a:rPr lang="en-IN" dirty="0"/>
                        <a:t>Recall(%)</a:t>
                      </a:r>
                    </a:p>
                  </a:txBody>
                  <a:tcPr/>
                </a:tc>
                <a:tc>
                  <a:txBody>
                    <a:bodyPr/>
                    <a:lstStyle/>
                    <a:p>
                      <a:r>
                        <a:rPr lang="en-IN" dirty="0"/>
                        <a:t>59.01639</a:t>
                      </a:r>
                    </a:p>
                  </a:txBody>
                  <a:tcPr/>
                </a:tc>
                <a:extLst>
                  <a:ext uri="{0D108BD9-81ED-4DB2-BD59-A6C34878D82A}">
                    <a16:rowId xmlns:a16="http://schemas.microsoft.com/office/drawing/2014/main" val="1658648844"/>
                  </a:ext>
                </a:extLst>
              </a:tr>
              <a:tr h="370840">
                <a:tc>
                  <a:txBody>
                    <a:bodyPr/>
                    <a:lstStyle/>
                    <a:p>
                      <a:r>
                        <a:rPr lang="en-IN" dirty="0"/>
                        <a:t>5</a:t>
                      </a:r>
                    </a:p>
                  </a:txBody>
                  <a:tcPr/>
                </a:tc>
                <a:tc>
                  <a:txBody>
                    <a:bodyPr/>
                    <a:lstStyle/>
                    <a:p>
                      <a:r>
                        <a:rPr lang="en-IN" dirty="0"/>
                        <a:t>F1-score</a:t>
                      </a:r>
                    </a:p>
                  </a:txBody>
                  <a:tcPr/>
                </a:tc>
                <a:tc>
                  <a:txBody>
                    <a:bodyPr/>
                    <a:lstStyle/>
                    <a:p>
                      <a:r>
                        <a:rPr lang="en-IN" dirty="0"/>
                        <a:t>59.01639</a:t>
                      </a:r>
                    </a:p>
                  </a:txBody>
                  <a:tcPr/>
                </a:tc>
                <a:extLst>
                  <a:ext uri="{0D108BD9-81ED-4DB2-BD59-A6C34878D82A}">
                    <a16:rowId xmlns:a16="http://schemas.microsoft.com/office/drawing/2014/main" val="316188429"/>
                  </a:ext>
                </a:extLst>
              </a:tr>
            </a:tbl>
          </a:graphicData>
        </a:graphic>
      </p:graphicFrame>
      <p:sp>
        <p:nvSpPr>
          <p:cNvPr id="10" name="TextBox 9">
            <a:extLst>
              <a:ext uri="{FF2B5EF4-FFF2-40B4-BE49-F238E27FC236}">
                <a16:creationId xmlns:a16="http://schemas.microsoft.com/office/drawing/2014/main" id="{1EE60A29-EEAF-D4B1-3A2F-44CEC1D0CCA8}"/>
              </a:ext>
            </a:extLst>
          </p:cNvPr>
          <p:cNvSpPr txBox="1"/>
          <p:nvPr/>
        </p:nvSpPr>
        <p:spPr>
          <a:xfrm>
            <a:off x="304023" y="1334669"/>
            <a:ext cx="6106884" cy="646331"/>
          </a:xfrm>
          <a:prstGeom prst="rect">
            <a:avLst/>
          </a:prstGeom>
          <a:noFill/>
        </p:spPr>
        <p:txBody>
          <a:bodyPr wrap="square">
            <a:spAutoFit/>
          </a:bodyPr>
          <a:lstStyle/>
          <a:p>
            <a:pPr marL="457200" lvl="1" indent="0">
              <a:buNone/>
            </a:pPr>
            <a:r>
              <a:rPr lang="en-IN" dirty="0">
                <a:solidFill>
                  <a:srgbClr val="3B4546"/>
                </a:solidFill>
                <a:latin typeface="+mj-lt"/>
              </a:rPr>
              <a:t>Epoch-1</a:t>
            </a:r>
          </a:p>
          <a:p>
            <a:pPr marL="457200" lvl="1" indent="0">
              <a:buNone/>
            </a:pPr>
            <a:r>
              <a:rPr lang="en-IN" sz="1800" i="0" dirty="0">
                <a:solidFill>
                  <a:srgbClr val="3B4546"/>
                </a:solidFill>
                <a:effectLst/>
                <a:latin typeface="+mj-lt"/>
              </a:rPr>
              <a:t>Training Loss:0.6920</a:t>
            </a:r>
          </a:p>
        </p:txBody>
      </p:sp>
      <p:graphicFrame>
        <p:nvGraphicFramePr>
          <p:cNvPr id="11" name="Table 10">
            <a:extLst>
              <a:ext uri="{FF2B5EF4-FFF2-40B4-BE49-F238E27FC236}">
                <a16:creationId xmlns:a16="http://schemas.microsoft.com/office/drawing/2014/main" id="{4B500F81-9647-E177-B58B-1F8F93A88605}"/>
              </a:ext>
            </a:extLst>
          </p:cNvPr>
          <p:cNvGraphicFramePr>
            <a:graphicFrameLocks noGrp="1"/>
          </p:cNvGraphicFramePr>
          <p:nvPr>
            <p:extLst>
              <p:ext uri="{D42A27DB-BD31-4B8C-83A1-F6EECF244321}">
                <p14:modId xmlns:p14="http://schemas.microsoft.com/office/powerpoint/2010/main" val="2210211360"/>
              </p:ext>
            </p:extLst>
          </p:nvPr>
        </p:nvGraphicFramePr>
        <p:xfrm>
          <a:off x="766149" y="2055103"/>
          <a:ext cx="4646697" cy="2219960"/>
        </p:xfrm>
        <a:graphic>
          <a:graphicData uri="http://schemas.openxmlformats.org/drawingml/2006/table">
            <a:tbl>
              <a:tblPr firstRow="1" bandRow="1">
                <a:tableStyleId>{5C22544A-7EE6-4342-B048-85BDC9FD1C3A}</a:tableStyleId>
              </a:tblPr>
              <a:tblGrid>
                <a:gridCol w="1548899">
                  <a:extLst>
                    <a:ext uri="{9D8B030D-6E8A-4147-A177-3AD203B41FA5}">
                      <a16:colId xmlns:a16="http://schemas.microsoft.com/office/drawing/2014/main" val="4233556875"/>
                    </a:ext>
                  </a:extLst>
                </a:gridCol>
                <a:gridCol w="1548899">
                  <a:extLst>
                    <a:ext uri="{9D8B030D-6E8A-4147-A177-3AD203B41FA5}">
                      <a16:colId xmlns:a16="http://schemas.microsoft.com/office/drawing/2014/main" val="976942903"/>
                    </a:ext>
                  </a:extLst>
                </a:gridCol>
                <a:gridCol w="1548899">
                  <a:extLst>
                    <a:ext uri="{9D8B030D-6E8A-4147-A177-3AD203B41FA5}">
                      <a16:colId xmlns:a16="http://schemas.microsoft.com/office/drawing/2014/main" val="871623948"/>
                    </a:ext>
                  </a:extLst>
                </a:gridCol>
              </a:tblGrid>
              <a:tr h="370840">
                <a:tc>
                  <a:txBody>
                    <a:bodyPr/>
                    <a:lstStyle/>
                    <a:p>
                      <a:endParaRPr lang="en-IN" dirty="0"/>
                    </a:p>
                  </a:txBody>
                  <a:tcPr/>
                </a:tc>
                <a:tc>
                  <a:txBody>
                    <a:bodyPr/>
                    <a:lstStyle/>
                    <a:p>
                      <a:r>
                        <a:rPr lang="en-IN" dirty="0"/>
                        <a:t>Metric</a:t>
                      </a:r>
                    </a:p>
                  </a:txBody>
                  <a:tcPr/>
                </a:tc>
                <a:tc>
                  <a:txBody>
                    <a:bodyPr/>
                    <a:lstStyle/>
                    <a:p>
                      <a:r>
                        <a:rPr lang="en-IN" dirty="0"/>
                        <a:t>Score</a:t>
                      </a:r>
                    </a:p>
                  </a:txBody>
                  <a:tcPr/>
                </a:tc>
                <a:extLst>
                  <a:ext uri="{0D108BD9-81ED-4DB2-BD59-A6C34878D82A}">
                    <a16:rowId xmlns:a16="http://schemas.microsoft.com/office/drawing/2014/main" val="1143022657"/>
                  </a:ext>
                </a:extLst>
              </a:tr>
              <a:tr h="194009">
                <a:tc>
                  <a:txBody>
                    <a:bodyPr/>
                    <a:lstStyle/>
                    <a:p>
                      <a:r>
                        <a:rPr lang="en-IN" dirty="0"/>
                        <a:t>1</a:t>
                      </a:r>
                    </a:p>
                  </a:txBody>
                  <a:tcPr/>
                </a:tc>
                <a:tc>
                  <a:txBody>
                    <a:bodyPr/>
                    <a:lstStyle/>
                    <a:p>
                      <a:r>
                        <a:rPr lang="en-IN" dirty="0"/>
                        <a:t>Loss</a:t>
                      </a:r>
                    </a:p>
                  </a:txBody>
                  <a:tcPr/>
                </a:tc>
                <a:tc>
                  <a:txBody>
                    <a:bodyPr/>
                    <a:lstStyle/>
                    <a:p>
                      <a:r>
                        <a:rPr lang="en-IN" dirty="0"/>
                        <a:t>0.678312</a:t>
                      </a:r>
                    </a:p>
                  </a:txBody>
                  <a:tcPr/>
                </a:tc>
                <a:extLst>
                  <a:ext uri="{0D108BD9-81ED-4DB2-BD59-A6C34878D82A}">
                    <a16:rowId xmlns:a16="http://schemas.microsoft.com/office/drawing/2014/main" val="1021340290"/>
                  </a:ext>
                </a:extLst>
              </a:tr>
              <a:tr h="370840">
                <a:tc>
                  <a:txBody>
                    <a:bodyPr/>
                    <a:lstStyle/>
                    <a:p>
                      <a:r>
                        <a:rPr lang="en-IN" dirty="0"/>
                        <a:t>2</a:t>
                      </a:r>
                    </a:p>
                  </a:txBody>
                  <a:tcPr/>
                </a:tc>
                <a:tc>
                  <a:txBody>
                    <a:bodyPr/>
                    <a:lstStyle/>
                    <a:p>
                      <a:r>
                        <a:rPr lang="en-IN" dirty="0"/>
                        <a:t>Accuracy(%)</a:t>
                      </a:r>
                    </a:p>
                  </a:txBody>
                  <a:tcPr/>
                </a:tc>
                <a:tc>
                  <a:txBody>
                    <a:bodyPr/>
                    <a:lstStyle/>
                    <a:p>
                      <a:r>
                        <a:rPr lang="en-IN" dirty="0"/>
                        <a:t>52.45901</a:t>
                      </a:r>
                    </a:p>
                  </a:txBody>
                  <a:tcPr/>
                </a:tc>
                <a:extLst>
                  <a:ext uri="{0D108BD9-81ED-4DB2-BD59-A6C34878D82A}">
                    <a16:rowId xmlns:a16="http://schemas.microsoft.com/office/drawing/2014/main" val="3808402046"/>
                  </a:ext>
                </a:extLst>
              </a:tr>
              <a:tr h="370840">
                <a:tc>
                  <a:txBody>
                    <a:bodyPr/>
                    <a:lstStyle/>
                    <a:p>
                      <a:r>
                        <a:rPr lang="en-IN" dirty="0"/>
                        <a:t>3</a:t>
                      </a:r>
                    </a:p>
                  </a:txBody>
                  <a:tcPr/>
                </a:tc>
                <a:tc>
                  <a:txBody>
                    <a:bodyPr/>
                    <a:lstStyle/>
                    <a:p>
                      <a:r>
                        <a:rPr lang="en-IN" dirty="0"/>
                        <a:t>Precision(%)</a:t>
                      </a:r>
                    </a:p>
                  </a:txBody>
                  <a:tcPr/>
                </a:tc>
                <a:tc>
                  <a:txBody>
                    <a:bodyPr/>
                    <a:lstStyle/>
                    <a:p>
                      <a:r>
                        <a:rPr lang="en-IN" dirty="0"/>
                        <a:t>45.85342</a:t>
                      </a:r>
                    </a:p>
                  </a:txBody>
                  <a:tcPr/>
                </a:tc>
                <a:extLst>
                  <a:ext uri="{0D108BD9-81ED-4DB2-BD59-A6C34878D82A}">
                    <a16:rowId xmlns:a16="http://schemas.microsoft.com/office/drawing/2014/main" val="2664443522"/>
                  </a:ext>
                </a:extLst>
              </a:tr>
              <a:tr h="370840">
                <a:tc>
                  <a:txBody>
                    <a:bodyPr/>
                    <a:lstStyle/>
                    <a:p>
                      <a:r>
                        <a:rPr lang="en-IN" dirty="0"/>
                        <a:t>4</a:t>
                      </a:r>
                    </a:p>
                  </a:txBody>
                  <a:tcPr/>
                </a:tc>
                <a:tc>
                  <a:txBody>
                    <a:bodyPr/>
                    <a:lstStyle/>
                    <a:p>
                      <a:r>
                        <a:rPr lang="en-IN" dirty="0"/>
                        <a:t>Recall(%)</a:t>
                      </a:r>
                    </a:p>
                  </a:txBody>
                  <a:tcPr/>
                </a:tc>
                <a:tc>
                  <a:txBody>
                    <a:bodyPr/>
                    <a:lstStyle/>
                    <a:p>
                      <a:r>
                        <a:rPr lang="en-IN" dirty="0"/>
                        <a:t>52.45901</a:t>
                      </a:r>
                    </a:p>
                  </a:txBody>
                  <a:tcPr/>
                </a:tc>
                <a:extLst>
                  <a:ext uri="{0D108BD9-81ED-4DB2-BD59-A6C34878D82A}">
                    <a16:rowId xmlns:a16="http://schemas.microsoft.com/office/drawing/2014/main" val="1658648844"/>
                  </a:ext>
                </a:extLst>
              </a:tr>
              <a:tr h="370840">
                <a:tc>
                  <a:txBody>
                    <a:bodyPr/>
                    <a:lstStyle/>
                    <a:p>
                      <a:r>
                        <a:rPr lang="en-IN" dirty="0"/>
                        <a:t>5</a:t>
                      </a:r>
                    </a:p>
                  </a:txBody>
                  <a:tcPr/>
                </a:tc>
                <a:tc>
                  <a:txBody>
                    <a:bodyPr/>
                    <a:lstStyle/>
                    <a:p>
                      <a:r>
                        <a:rPr lang="en-IN" dirty="0"/>
                        <a:t>F1-score</a:t>
                      </a:r>
                    </a:p>
                  </a:txBody>
                  <a:tcPr/>
                </a:tc>
                <a:tc>
                  <a:txBody>
                    <a:bodyPr/>
                    <a:lstStyle/>
                    <a:p>
                      <a:r>
                        <a:rPr lang="en-IN" dirty="0"/>
                        <a:t>46.37002</a:t>
                      </a:r>
                    </a:p>
                  </a:txBody>
                  <a:tcPr/>
                </a:tc>
                <a:extLst>
                  <a:ext uri="{0D108BD9-81ED-4DB2-BD59-A6C34878D82A}">
                    <a16:rowId xmlns:a16="http://schemas.microsoft.com/office/drawing/2014/main" val="316188429"/>
                  </a:ext>
                </a:extLst>
              </a:tr>
            </a:tbl>
          </a:graphicData>
        </a:graphic>
      </p:graphicFrame>
      <p:sp>
        <p:nvSpPr>
          <p:cNvPr id="12" name="TextBox 11">
            <a:extLst>
              <a:ext uri="{FF2B5EF4-FFF2-40B4-BE49-F238E27FC236}">
                <a16:creationId xmlns:a16="http://schemas.microsoft.com/office/drawing/2014/main" id="{6D0BEA42-139E-C83B-7EF0-1FD127DACDE3}"/>
              </a:ext>
            </a:extLst>
          </p:cNvPr>
          <p:cNvSpPr txBox="1"/>
          <p:nvPr/>
        </p:nvSpPr>
        <p:spPr>
          <a:xfrm>
            <a:off x="6410907" y="1334669"/>
            <a:ext cx="6106884" cy="646331"/>
          </a:xfrm>
          <a:prstGeom prst="rect">
            <a:avLst/>
          </a:prstGeom>
          <a:noFill/>
        </p:spPr>
        <p:txBody>
          <a:bodyPr wrap="square">
            <a:spAutoFit/>
          </a:bodyPr>
          <a:lstStyle/>
          <a:p>
            <a:pPr marL="457200" lvl="1" indent="0">
              <a:buNone/>
            </a:pPr>
            <a:r>
              <a:rPr lang="en-IN" dirty="0">
                <a:solidFill>
                  <a:srgbClr val="3B4546"/>
                </a:solidFill>
                <a:latin typeface="+mj-lt"/>
              </a:rPr>
              <a:t>Epoch-10</a:t>
            </a:r>
          </a:p>
          <a:p>
            <a:pPr marL="457200" lvl="1" indent="0">
              <a:buNone/>
            </a:pPr>
            <a:r>
              <a:rPr lang="en-IN" sz="1800" i="0" dirty="0">
                <a:solidFill>
                  <a:srgbClr val="3B4546"/>
                </a:solidFill>
                <a:effectLst/>
                <a:latin typeface="+mj-lt"/>
              </a:rPr>
              <a:t>Training Loss:</a:t>
            </a:r>
            <a:r>
              <a:rPr lang="en-IN" dirty="0">
                <a:solidFill>
                  <a:srgbClr val="3B4546"/>
                </a:solidFill>
                <a:latin typeface="+mj-lt"/>
              </a:rPr>
              <a:t> 0.2979</a:t>
            </a:r>
            <a:endParaRPr lang="en-IN" sz="1800" i="0" dirty="0">
              <a:solidFill>
                <a:srgbClr val="3B4546"/>
              </a:solidFill>
              <a:effectLst/>
              <a:latin typeface="+mj-lt"/>
            </a:endParaRPr>
          </a:p>
        </p:txBody>
      </p:sp>
      <p:graphicFrame>
        <p:nvGraphicFramePr>
          <p:cNvPr id="13" name="Table 12">
            <a:extLst>
              <a:ext uri="{FF2B5EF4-FFF2-40B4-BE49-F238E27FC236}">
                <a16:creationId xmlns:a16="http://schemas.microsoft.com/office/drawing/2014/main" id="{BD997EE8-F67B-2348-C9E5-7480BF569B09}"/>
              </a:ext>
            </a:extLst>
          </p:cNvPr>
          <p:cNvGraphicFramePr>
            <a:graphicFrameLocks noGrp="1"/>
          </p:cNvGraphicFramePr>
          <p:nvPr>
            <p:extLst>
              <p:ext uri="{D42A27DB-BD31-4B8C-83A1-F6EECF244321}">
                <p14:modId xmlns:p14="http://schemas.microsoft.com/office/powerpoint/2010/main" val="787956058"/>
              </p:ext>
            </p:extLst>
          </p:nvPr>
        </p:nvGraphicFramePr>
        <p:xfrm>
          <a:off x="766149" y="5246993"/>
          <a:ext cx="3669003" cy="1112520"/>
        </p:xfrm>
        <a:graphic>
          <a:graphicData uri="http://schemas.openxmlformats.org/drawingml/2006/table">
            <a:tbl>
              <a:tblPr firstRow="1" bandRow="1">
                <a:tableStyleId>{5C22544A-7EE6-4342-B048-85BDC9FD1C3A}</a:tableStyleId>
              </a:tblPr>
              <a:tblGrid>
                <a:gridCol w="1223001">
                  <a:extLst>
                    <a:ext uri="{9D8B030D-6E8A-4147-A177-3AD203B41FA5}">
                      <a16:colId xmlns:a16="http://schemas.microsoft.com/office/drawing/2014/main" val="1318804142"/>
                    </a:ext>
                  </a:extLst>
                </a:gridCol>
                <a:gridCol w="1223001">
                  <a:extLst>
                    <a:ext uri="{9D8B030D-6E8A-4147-A177-3AD203B41FA5}">
                      <a16:colId xmlns:a16="http://schemas.microsoft.com/office/drawing/2014/main" val="4287461761"/>
                    </a:ext>
                  </a:extLst>
                </a:gridCol>
                <a:gridCol w="1223001">
                  <a:extLst>
                    <a:ext uri="{9D8B030D-6E8A-4147-A177-3AD203B41FA5}">
                      <a16:colId xmlns:a16="http://schemas.microsoft.com/office/drawing/2014/main" val="1380528403"/>
                    </a:ext>
                  </a:extLst>
                </a:gridCol>
              </a:tblGrid>
              <a:tr h="370840">
                <a:tc>
                  <a:txBody>
                    <a:bodyPr/>
                    <a:lstStyle/>
                    <a:p>
                      <a:endParaRPr lang="en-IN" dirty="0"/>
                    </a:p>
                  </a:txBody>
                  <a:tcPr/>
                </a:tc>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1603083514"/>
                  </a:ext>
                </a:extLst>
              </a:tr>
              <a:tr h="370840">
                <a:tc>
                  <a:txBody>
                    <a:bodyPr/>
                    <a:lstStyle/>
                    <a:p>
                      <a:r>
                        <a:rPr lang="en-IN" dirty="0"/>
                        <a:t>0</a:t>
                      </a:r>
                    </a:p>
                  </a:txBody>
                  <a:tcPr/>
                </a:tc>
                <a:tc>
                  <a:txBody>
                    <a:bodyPr/>
                    <a:lstStyle/>
                    <a:p>
                      <a:r>
                        <a:rPr lang="en-IN" dirty="0"/>
                        <a:t>29</a:t>
                      </a:r>
                    </a:p>
                  </a:txBody>
                  <a:tcPr/>
                </a:tc>
                <a:tc>
                  <a:txBody>
                    <a:bodyPr/>
                    <a:lstStyle/>
                    <a:p>
                      <a:r>
                        <a:rPr lang="en-IN" dirty="0"/>
                        <a:t>7</a:t>
                      </a:r>
                    </a:p>
                  </a:txBody>
                  <a:tcPr/>
                </a:tc>
                <a:extLst>
                  <a:ext uri="{0D108BD9-81ED-4DB2-BD59-A6C34878D82A}">
                    <a16:rowId xmlns:a16="http://schemas.microsoft.com/office/drawing/2014/main" val="3404586846"/>
                  </a:ext>
                </a:extLst>
              </a:tr>
              <a:tr h="370840">
                <a:tc>
                  <a:txBody>
                    <a:bodyPr/>
                    <a:lstStyle/>
                    <a:p>
                      <a:r>
                        <a:rPr lang="en-IN" dirty="0"/>
                        <a:t>1</a:t>
                      </a:r>
                    </a:p>
                  </a:txBody>
                  <a:tcPr/>
                </a:tc>
                <a:tc>
                  <a:txBody>
                    <a:bodyPr/>
                    <a:lstStyle/>
                    <a:p>
                      <a:r>
                        <a:rPr lang="en-IN" dirty="0"/>
                        <a:t>22</a:t>
                      </a:r>
                    </a:p>
                  </a:txBody>
                  <a:tcPr/>
                </a:tc>
                <a:tc>
                  <a:txBody>
                    <a:bodyPr/>
                    <a:lstStyle/>
                    <a:p>
                      <a:r>
                        <a:rPr lang="en-IN" dirty="0"/>
                        <a:t>3</a:t>
                      </a:r>
                    </a:p>
                  </a:txBody>
                  <a:tcPr/>
                </a:tc>
                <a:extLst>
                  <a:ext uri="{0D108BD9-81ED-4DB2-BD59-A6C34878D82A}">
                    <a16:rowId xmlns:a16="http://schemas.microsoft.com/office/drawing/2014/main" val="3442220330"/>
                  </a:ext>
                </a:extLst>
              </a:tr>
            </a:tbl>
          </a:graphicData>
        </a:graphic>
      </p:graphicFrame>
      <p:graphicFrame>
        <p:nvGraphicFramePr>
          <p:cNvPr id="15" name="Table 14">
            <a:extLst>
              <a:ext uri="{FF2B5EF4-FFF2-40B4-BE49-F238E27FC236}">
                <a16:creationId xmlns:a16="http://schemas.microsoft.com/office/drawing/2014/main" id="{6DC842FF-F5F3-C96F-5120-7D62C71943F1}"/>
              </a:ext>
            </a:extLst>
          </p:cNvPr>
          <p:cNvGraphicFramePr>
            <a:graphicFrameLocks noGrp="1"/>
          </p:cNvGraphicFramePr>
          <p:nvPr>
            <p:extLst>
              <p:ext uri="{D42A27DB-BD31-4B8C-83A1-F6EECF244321}">
                <p14:modId xmlns:p14="http://schemas.microsoft.com/office/powerpoint/2010/main" val="2269256414"/>
              </p:ext>
            </p:extLst>
          </p:nvPr>
        </p:nvGraphicFramePr>
        <p:xfrm>
          <a:off x="6967893" y="5119475"/>
          <a:ext cx="3669003" cy="1112520"/>
        </p:xfrm>
        <a:graphic>
          <a:graphicData uri="http://schemas.openxmlformats.org/drawingml/2006/table">
            <a:tbl>
              <a:tblPr firstRow="1" bandRow="1">
                <a:tableStyleId>{5C22544A-7EE6-4342-B048-85BDC9FD1C3A}</a:tableStyleId>
              </a:tblPr>
              <a:tblGrid>
                <a:gridCol w="1223001">
                  <a:extLst>
                    <a:ext uri="{9D8B030D-6E8A-4147-A177-3AD203B41FA5}">
                      <a16:colId xmlns:a16="http://schemas.microsoft.com/office/drawing/2014/main" val="1318804142"/>
                    </a:ext>
                  </a:extLst>
                </a:gridCol>
                <a:gridCol w="1223001">
                  <a:extLst>
                    <a:ext uri="{9D8B030D-6E8A-4147-A177-3AD203B41FA5}">
                      <a16:colId xmlns:a16="http://schemas.microsoft.com/office/drawing/2014/main" val="4287461761"/>
                    </a:ext>
                  </a:extLst>
                </a:gridCol>
                <a:gridCol w="1223001">
                  <a:extLst>
                    <a:ext uri="{9D8B030D-6E8A-4147-A177-3AD203B41FA5}">
                      <a16:colId xmlns:a16="http://schemas.microsoft.com/office/drawing/2014/main" val="1380528403"/>
                    </a:ext>
                  </a:extLst>
                </a:gridCol>
              </a:tblGrid>
              <a:tr h="370840">
                <a:tc>
                  <a:txBody>
                    <a:bodyPr/>
                    <a:lstStyle/>
                    <a:p>
                      <a:endParaRPr lang="en-IN" dirty="0"/>
                    </a:p>
                  </a:txBody>
                  <a:tcPr/>
                </a:tc>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1603083514"/>
                  </a:ext>
                </a:extLst>
              </a:tr>
              <a:tr h="370840">
                <a:tc>
                  <a:txBody>
                    <a:bodyPr/>
                    <a:lstStyle/>
                    <a:p>
                      <a:r>
                        <a:rPr lang="en-IN" dirty="0"/>
                        <a:t>0</a:t>
                      </a:r>
                    </a:p>
                  </a:txBody>
                  <a:tcPr/>
                </a:tc>
                <a:tc>
                  <a:txBody>
                    <a:bodyPr/>
                    <a:lstStyle/>
                    <a:p>
                      <a:r>
                        <a:rPr lang="en-IN" dirty="0"/>
                        <a:t>18</a:t>
                      </a:r>
                    </a:p>
                  </a:txBody>
                  <a:tcPr/>
                </a:tc>
                <a:tc>
                  <a:txBody>
                    <a:bodyPr/>
                    <a:lstStyle/>
                    <a:p>
                      <a:r>
                        <a:rPr lang="en-IN" dirty="0"/>
                        <a:t>18</a:t>
                      </a:r>
                    </a:p>
                  </a:txBody>
                  <a:tcPr/>
                </a:tc>
                <a:extLst>
                  <a:ext uri="{0D108BD9-81ED-4DB2-BD59-A6C34878D82A}">
                    <a16:rowId xmlns:a16="http://schemas.microsoft.com/office/drawing/2014/main" val="3404586846"/>
                  </a:ext>
                </a:extLst>
              </a:tr>
              <a:tr h="370840">
                <a:tc>
                  <a:txBody>
                    <a:bodyPr/>
                    <a:lstStyle/>
                    <a:p>
                      <a:r>
                        <a:rPr lang="en-IN" dirty="0"/>
                        <a:t>1</a:t>
                      </a:r>
                    </a:p>
                  </a:txBody>
                  <a:tcPr/>
                </a:tc>
                <a:tc>
                  <a:txBody>
                    <a:bodyPr/>
                    <a:lstStyle/>
                    <a:p>
                      <a:r>
                        <a:rPr lang="en-IN" dirty="0"/>
                        <a:t>7</a:t>
                      </a:r>
                    </a:p>
                  </a:txBody>
                  <a:tcPr/>
                </a:tc>
                <a:tc>
                  <a:txBody>
                    <a:bodyPr/>
                    <a:lstStyle/>
                    <a:p>
                      <a:r>
                        <a:rPr lang="en-IN" dirty="0"/>
                        <a:t>18</a:t>
                      </a:r>
                    </a:p>
                  </a:txBody>
                  <a:tcPr/>
                </a:tc>
                <a:extLst>
                  <a:ext uri="{0D108BD9-81ED-4DB2-BD59-A6C34878D82A}">
                    <a16:rowId xmlns:a16="http://schemas.microsoft.com/office/drawing/2014/main" val="3442220330"/>
                  </a:ext>
                </a:extLst>
              </a:tr>
            </a:tbl>
          </a:graphicData>
        </a:graphic>
      </p:graphicFrame>
    </p:spTree>
    <p:extLst>
      <p:ext uri="{BB962C8B-B14F-4D97-AF65-F5344CB8AC3E}">
        <p14:creationId xmlns:p14="http://schemas.microsoft.com/office/powerpoint/2010/main" val="1216263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3B183-AA40-057F-9FAA-54D074AD40FB}"/>
            </a:ext>
          </a:extLst>
        </p:cNvPr>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DCE2C133-38C9-37DD-2946-B9FE7C2B3BB7}"/>
              </a:ext>
            </a:extLst>
          </p:cNvPr>
          <p:cNvSpPr>
            <a:spLocks noGrp="1"/>
          </p:cNvSpPr>
          <p:nvPr>
            <p:ph type="sldNum" sz="quarter" idx="12"/>
          </p:nvPr>
        </p:nvSpPr>
        <p:spPr/>
        <p:txBody>
          <a:bodyPr/>
          <a:lstStyle/>
          <a:p>
            <a:fld id="{5BFCF61C-3B18-4C03-8326-CC3B32D710C9}" type="slidenum">
              <a:rPr lang="en-US" smtClean="0"/>
              <a:pPr/>
              <a:t>14</a:t>
            </a:fld>
            <a:endParaRPr lang="en-US"/>
          </a:p>
        </p:txBody>
      </p:sp>
      <p:sp>
        <p:nvSpPr>
          <p:cNvPr id="5" name="Title 1">
            <a:extLst>
              <a:ext uri="{FF2B5EF4-FFF2-40B4-BE49-F238E27FC236}">
                <a16:creationId xmlns:a16="http://schemas.microsoft.com/office/drawing/2014/main" id="{981AA47D-6831-B7B0-093F-93A9B3A6E7D7}"/>
              </a:ext>
            </a:extLst>
          </p:cNvPr>
          <p:cNvSpPr>
            <a:spLocks noGrp="1"/>
          </p:cNvSpPr>
          <p:nvPr>
            <p:ph type="title"/>
          </p:nvPr>
        </p:nvSpPr>
        <p:spPr>
          <a:xfrm>
            <a:off x="455178" y="288411"/>
            <a:ext cx="11281644" cy="575321"/>
          </a:xfrm>
        </p:spPr>
        <p:txBody>
          <a:bodyPr/>
          <a:lstStyle/>
          <a:p>
            <a:pPr algn="l"/>
            <a:r>
              <a:rPr lang="en-US" b="0" i="0" cap="none" dirty="0">
                <a:effectLst/>
                <a:latin typeface="+mn-lt"/>
              </a:rPr>
              <a:t>Comparative Study – RNN</a:t>
            </a:r>
            <a:br>
              <a:rPr lang="en-US" b="0" i="0" cap="none" dirty="0">
                <a:effectLst/>
                <a:latin typeface="+mn-lt"/>
              </a:rPr>
            </a:br>
            <a:endParaRPr lang="en-US" b="0" i="0" cap="none" dirty="0">
              <a:effectLst/>
              <a:latin typeface="+mn-lt"/>
            </a:endParaRPr>
          </a:p>
        </p:txBody>
      </p:sp>
      <p:graphicFrame>
        <p:nvGraphicFramePr>
          <p:cNvPr id="2" name="Table 1">
            <a:extLst>
              <a:ext uri="{FF2B5EF4-FFF2-40B4-BE49-F238E27FC236}">
                <a16:creationId xmlns:a16="http://schemas.microsoft.com/office/drawing/2014/main" id="{2814DA91-AC4F-6C60-678A-68ACF9982530}"/>
              </a:ext>
            </a:extLst>
          </p:cNvPr>
          <p:cNvGraphicFramePr>
            <a:graphicFrameLocks noGrp="1"/>
          </p:cNvGraphicFramePr>
          <p:nvPr>
            <p:extLst>
              <p:ext uri="{D42A27DB-BD31-4B8C-83A1-F6EECF244321}">
                <p14:modId xmlns:p14="http://schemas.microsoft.com/office/powerpoint/2010/main" val="2157759662"/>
              </p:ext>
            </p:extLst>
          </p:nvPr>
        </p:nvGraphicFramePr>
        <p:xfrm>
          <a:off x="6967893" y="2050023"/>
          <a:ext cx="4457958" cy="2225040"/>
        </p:xfrm>
        <a:graphic>
          <a:graphicData uri="http://schemas.openxmlformats.org/drawingml/2006/table">
            <a:tbl>
              <a:tblPr firstRow="1" bandRow="1">
                <a:tableStyleId>{5C22544A-7EE6-4342-B048-85BDC9FD1C3A}</a:tableStyleId>
              </a:tblPr>
              <a:tblGrid>
                <a:gridCol w="1485986">
                  <a:extLst>
                    <a:ext uri="{9D8B030D-6E8A-4147-A177-3AD203B41FA5}">
                      <a16:colId xmlns:a16="http://schemas.microsoft.com/office/drawing/2014/main" val="4233556875"/>
                    </a:ext>
                  </a:extLst>
                </a:gridCol>
                <a:gridCol w="1485986">
                  <a:extLst>
                    <a:ext uri="{9D8B030D-6E8A-4147-A177-3AD203B41FA5}">
                      <a16:colId xmlns:a16="http://schemas.microsoft.com/office/drawing/2014/main" val="976942903"/>
                    </a:ext>
                  </a:extLst>
                </a:gridCol>
                <a:gridCol w="1485986">
                  <a:extLst>
                    <a:ext uri="{9D8B030D-6E8A-4147-A177-3AD203B41FA5}">
                      <a16:colId xmlns:a16="http://schemas.microsoft.com/office/drawing/2014/main" val="871623948"/>
                    </a:ext>
                  </a:extLst>
                </a:gridCol>
              </a:tblGrid>
              <a:tr h="370840">
                <a:tc>
                  <a:txBody>
                    <a:bodyPr/>
                    <a:lstStyle/>
                    <a:p>
                      <a:endParaRPr lang="en-IN"/>
                    </a:p>
                  </a:txBody>
                  <a:tcPr/>
                </a:tc>
                <a:tc>
                  <a:txBody>
                    <a:bodyPr/>
                    <a:lstStyle/>
                    <a:p>
                      <a:r>
                        <a:rPr lang="en-IN" dirty="0"/>
                        <a:t>Metric</a:t>
                      </a:r>
                    </a:p>
                  </a:txBody>
                  <a:tcPr/>
                </a:tc>
                <a:tc>
                  <a:txBody>
                    <a:bodyPr/>
                    <a:lstStyle/>
                    <a:p>
                      <a:r>
                        <a:rPr lang="en-IN" dirty="0"/>
                        <a:t>Score</a:t>
                      </a:r>
                    </a:p>
                  </a:txBody>
                  <a:tcPr/>
                </a:tc>
                <a:extLst>
                  <a:ext uri="{0D108BD9-81ED-4DB2-BD59-A6C34878D82A}">
                    <a16:rowId xmlns:a16="http://schemas.microsoft.com/office/drawing/2014/main" val="1143022657"/>
                  </a:ext>
                </a:extLst>
              </a:tr>
              <a:tr h="370840">
                <a:tc>
                  <a:txBody>
                    <a:bodyPr/>
                    <a:lstStyle/>
                    <a:p>
                      <a:r>
                        <a:rPr lang="en-IN" dirty="0"/>
                        <a:t>1</a:t>
                      </a:r>
                    </a:p>
                  </a:txBody>
                  <a:tcPr/>
                </a:tc>
                <a:tc>
                  <a:txBody>
                    <a:bodyPr/>
                    <a:lstStyle/>
                    <a:p>
                      <a:r>
                        <a:rPr lang="en-IN" dirty="0"/>
                        <a:t>Loss</a:t>
                      </a:r>
                    </a:p>
                  </a:txBody>
                  <a:tcPr/>
                </a:tc>
                <a:tc>
                  <a:txBody>
                    <a:bodyPr/>
                    <a:lstStyle/>
                    <a:p>
                      <a:r>
                        <a:rPr lang="en-IN" dirty="0"/>
                        <a:t>0.0734</a:t>
                      </a:r>
                    </a:p>
                  </a:txBody>
                  <a:tcPr/>
                </a:tc>
                <a:extLst>
                  <a:ext uri="{0D108BD9-81ED-4DB2-BD59-A6C34878D82A}">
                    <a16:rowId xmlns:a16="http://schemas.microsoft.com/office/drawing/2014/main" val="1021340290"/>
                  </a:ext>
                </a:extLst>
              </a:tr>
              <a:tr h="370840">
                <a:tc>
                  <a:txBody>
                    <a:bodyPr/>
                    <a:lstStyle/>
                    <a:p>
                      <a:r>
                        <a:rPr lang="en-IN" dirty="0"/>
                        <a:t>2</a:t>
                      </a:r>
                    </a:p>
                  </a:txBody>
                  <a:tcPr/>
                </a:tc>
                <a:tc>
                  <a:txBody>
                    <a:bodyPr/>
                    <a:lstStyle/>
                    <a:p>
                      <a:r>
                        <a:rPr lang="en-IN" dirty="0"/>
                        <a:t>Accuracy(%)</a:t>
                      </a:r>
                    </a:p>
                  </a:txBody>
                  <a:tcPr/>
                </a:tc>
                <a:tc>
                  <a:txBody>
                    <a:bodyPr/>
                    <a:lstStyle/>
                    <a:p>
                      <a:r>
                        <a:rPr lang="en-IN" dirty="0"/>
                        <a:t>98.360</a:t>
                      </a:r>
                    </a:p>
                  </a:txBody>
                  <a:tcPr/>
                </a:tc>
                <a:extLst>
                  <a:ext uri="{0D108BD9-81ED-4DB2-BD59-A6C34878D82A}">
                    <a16:rowId xmlns:a16="http://schemas.microsoft.com/office/drawing/2014/main" val="3808402046"/>
                  </a:ext>
                </a:extLst>
              </a:tr>
              <a:tr h="370840">
                <a:tc>
                  <a:txBody>
                    <a:bodyPr/>
                    <a:lstStyle/>
                    <a:p>
                      <a:r>
                        <a:rPr lang="en-IN" dirty="0"/>
                        <a:t>3</a:t>
                      </a:r>
                    </a:p>
                  </a:txBody>
                  <a:tcPr/>
                </a:tc>
                <a:tc>
                  <a:txBody>
                    <a:bodyPr/>
                    <a:lstStyle/>
                    <a:p>
                      <a:r>
                        <a:rPr lang="en-IN" dirty="0"/>
                        <a:t>Precision(%)</a:t>
                      </a:r>
                    </a:p>
                  </a:txBody>
                  <a:tcPr/>
                </a:tc>
                <a:tc>
                  <a:txBody>
                    <a:bodyPr/>
                    <a:lstStyle/>
                    <a:p>
                      <a:r>
                        <a:rPr lang="en-IN" dirty="0"/>
                        <a:t>98.413</a:t>
                      </a:r>
                    </a:p>
                  </a:txBody>
                  <a:tcPr/>
                </a:tc>
                <a:extLst>
                  <a:ext uri="{0D108BD9-81ED-4DB2-BD59-A6C34878D82A}">
                    <a16:rowId xmlns:a16="http://schemas.microsoft.com/office/drawing/2014/main" val="2664443522"/>
                  </a:ext>
                </a:extLst>
              </a:tr>
              <a:tr h="370840">
                <a:tc>
                  <a:txBody>
                    <a:bodyPr/>
                    <a:lstStyle/>
                    <a:p>
                      <a:r>
                        <a:rPr lang="en-IN" dirty="0"/>
                        <a:t>4</a:t>
                      </a:r>
                    </a:p>
                  </a:txBody>
                  <a:tcPr/>
                </a:tc>
                <a:tc>
                  <a:txBody>
                    <a:bodyPr/>
                    <a:lstStyle/>
                    <a:p>
                      <a:r>
                        <a:rPr lang="en-IN" dirty="0"/>
                        <a:t>Recall(%)</a:t>
                      </a:r>
                    </a:p>
                  </a:txBody>
                  <a:tcPr/>
                </a:tc>
                <a:tc>
                  <a:txBody>
                    <a:bodyPr/>
                    <a:lstStyle/>
                    <a:p>
                      <a:r>
                        <a:rPr lang="en-IN" dirty="0"/>
                        <a:t>98.360</a:t>
                      </a:r>
                    </a:p>
                  </a:txBody>
                  <a:tcPr/>
                </a:tc>
                <a:extLst>
                  <a:ext uri="{0D108BD9-81ED-4DB2-BD59-A6C34878D82A}">
                    <a16:rowId xmlns:a16="http://schemas.microsoft.com/office/drawing/2014/main" val="1658648844"/>
                  </a:ext>
                </a:extLst>
              </a:tr>
              <a:tr h="370840">
                <a:tc>
                  <a:txBody>
                    <a:bodyPr/>
                    <a:lstStyle/>
                    <a:p>
                      <a:r>
                        <a:rPr lang="en-IN" dirty="0"/>
                        <a:t>5</a:t>
                      </a:r>
                    </a:p>
                  </a:txBody>
                  <a:tcPr/>
                </a:tc>
                <a:tc>
                  <a:txBody>
                    <a:bodyPr/>
                    <a:lstStyle/>
                    <a:p>
                      <a:r>
                        <a:rPr lang="en-IN" dirty="0"/>
                        <a:t>F1-score</a:t>
                      </a:r>
                    </a:p>
                  </a:txBody>
                  <a:tcPr/>
                </a:tc>
                <a:tc>
                  <a:txBody>
                    <a:bodyPr/>
                    <a:lstStyle/>
                    <a:p>
                      <a:r>
                        <a:rPr lang="en-IN" dirty="0"/>
                        <a:t>98.360</a:t>
                      </a:r>
                    </a:p>
                  </a:txBody>
                  <a:tcPr/>
                </a:tc>
                <a:extLst>
                  <a:ext uri="{0D108BD9-81ED-4DB2-BD59-A6C34878D82A}">
                    <a16:rowId xmlns:a16="http://schemas.microsoft.com/office/drawing/2014/main" val="316188429"/>
                  </a:ext>
                </a:extLst>
              </a:tr>
            </a:tbl>
          </a:graphicData>
        </a:graphic>
      </p:graphicFrame>
      <p:graphicFrame>
        <p:nvGraphicFramePr>
          <p:cNvPr id="3" name="Table 2">
            <a:extLst>
              <a:ext uri="{FF2B5EF4-FFF2-40B4-BE49-F238E27FC236}">
                <a16:creationId xmlns:a16="http://schemas.microsoft.com/office/drawing/2014/main" id="{879B8C3F-9737-7666-D7BD-A2D374FFC92C}"/>
              </a:ext>
            </a:extLst>
          </p:cNvPr>
          <p:cNvGraphicFramePr>
            <a:graphicFrameLocks noGrp="1"/>
          </p:cNvGraphicFramePr>
          <p:nvPr>
            <p:extLst>
              <p:ext uri="{D42A27DB-BD31-4B8C-83A1-F6EECF244321}">
                <p14:modId xmlns:p14="http://schemas.microsoft.com/office/powerpoint/2010/main" val="1236960281"/>
              </p:ext>
            </p:extLst>
          </p:nvPr>
        </p:nvGraphicFramePr>
        <p:xfrm>
          <a:off x="766149" y="2055103"/>
          <a:ext cx="4646697" cy="2219960"/>
        </p:xfrm>
        <a:graphic>
          <a:graphicData uri="http://schemas.openxmlformats.org/drawingml/2006/table">
            <a:tbl>
              <a:tblPr firstRow="1" bandRow="1">
                <a:tableStyleId>{5C22544A-7EE6-4342-B048-85BDC9FD1C3A}</a:tableStyleId>
              </a:tblPr>
              <a:tblGrid>
                <a:gridCol w="1548899">
                  <a:extLst>
                    <a:ext uri="{9D8B030D-6E8A-4147-A177-3AD203B41FA5}">
                      <a16:colId xmlns:a16="http://schemas.microsoft.com/office/drawing/2014/main" val="4233556875"/>
                    </a:ext>
                  </a:extLst>
                </a:gridCol>
                <a:gridCol w="1548899">
                  <a:extLst>
                    <a:ext uri="{9D8B030D-6E8A-4147-A177-3AD203B41FA5}">
                      <a16:colId xmlns:a16="http://schemas.microsoft.com/office/drawing/2014/main" val="976942903"/>
                    </a:ext>
                  </a:extLst>
                </a:gridCol>
                <a:gridCol w="1548899">
                  <a:extLst>
                    <a:ext uri="{9D8B030D-6E8A-4147-A177-3AD203B41FA5}">
                      <a16:colId xmlns:a16="http://schemas.microsoft.com/office/drawing/2014/main" val="871623948"/>
                    </a:ext>
                  </a:extLst>
                </a:gridCol>
              </a:tblGrid>
              <a:tr h="370840">
                <a:tc>
                  <a:txBody>
                    <a:bodyPr/>
                    <a:lstStyle/>
                    <a:p>
                      <a:endParaRPr lang="en-IN" dirty="0"/>
                    </a:p>
                  </a:txBody>
                  <a:tcPr/>
                </a:tc>
                <a:tc>
                  <a:txBody>
                    <a:bodyPr/>
                    <a:lstStyle/>
                    <a:p>
                      <a:r>
                        <a:rPr lang="en-IN" dirty="0"/>
                        <a:t>Metric</a:t>
                      </a:r>
                    </a:p>
                  </a:txBody>
                  <a:tcPr/>
                </a:tc>
                <a:tc>
                  <a:txBody>
                    <a:bodyPr/>
                    <a:lstStyle/>
                    <a:p>
                      <a:r>
                        <a:rPr lang="en-IN" dirty="0"/>
                        <a:t>Score</a:t>
                      </a:r>
                    </a:p>
                  </a:txBody>
                  <a:tcPr/>
                </a:tc>
                <a:extLst>
                  <a:ext uri="{0D108BD9-81ED-4DB2-BD59-A6C34878D82A}">
                    <a16:rowId xmlns:a16="http://schemas.microsoft.com/office/drawing/2014/main" val="1143022657"/>
                  </a:ext>
                </a:extLst>
              </a:tr>
              <a:tr h="194009">
                <a:tc>
                  <a:txBody>
                    <a:bodyPr/>
                    <a:lstStyle/>
                    <a:p>
                      <a:r>
                        <a:rPr lang="en-IN" dirty="0"/>
                        <a:t>1</a:t>
                      </a:r>
                    </a:p>
                  </a:txBody>
                  <a:tcPr/>
                </a:tc>
                <a:tc>
                  <a:txBody>
                    <a:bodyPr/>
                    <a:lstStyle/>
                    <a:p>
                      <a:r>
                        <a:rPr lang="en-IN" dirty="0"/>
                        <a:t>Loss</a:t>
                      </a:r>
                    </a:p>
                  </a:txBody>
                  <a:tcPr/>
                </a:tc>
                <a:tc>
                  <a:txBody>
                    <a:bodyPr/>
                    <a:lstStyle/>
                    <a:p>
                      <a:r>
                        <a:rPr lang="en-IN" dirty="0"/>
                        <a:t>0.3315</a:t>
                      </a:r>
                    </a:p>
                  </a:txBody>
                  <a:tcPr/>
                </a:tc>
                <a:extLst>
                  <a:ext uri="{0D108BD9-81ED-4DB2-BD59-A6C34878D82A}">
                    <a16:rowId xmlns:a16="http://schemas.microsoft.com/office/drawing/2014/main" val="1021340290"/>
                  </a:ext>
                </a:extLst>
              </a:tr>
              <a:tr h="370840">
                <a:tc>
                  <a:txBody>
                    <a:bodyPr/>
                    <a:lstStyle/>
                    <a:p>
                      <a:r>
                        <a:rPr lang="en-IN" dirty="0"/>
                        <a:t>2</a:t>
                      </a:r>
                    </a:p>
                  </a:txBody>
                  <a:tcPr/>
                </a:tc>
                <a:tc>
                  <a:txBody>
                    <a:bodyPr/>
                    <a:lstStyle/>
                    <a:p>
                      <a:r>
                        <a:rPr lang="en-IN" dirty="0"/>
                        <a:t>Accuracy(%)</a:t>
                      </a:r>
                    </a:p>
                  </a:txBody>
                  <a:tcPr/>
                </a:tc>
                <a:tc>
                  <a:txBody>
                    <a:bodyPr/>
                    <a:lstStyle/>
                    <a:p>
                      <a:r>
                        <a:rPr lang="en-IN" dirty="0"/>
                        <a:t>78.688</a:t>
                      </a:r>
                    </a:p>
                  </a:txBody>
                  <a:tcPr/>
                </a:tc>
                <a:extLst>
                  <a:ext uri="{0D108BD9-81ED-4DB2-BD59-A6C34878D82A}">
                    <a16:rowId xmlns:a16="http://schemas.microsoft.com/office/drawing/2014/main" val="3808402046"/>
                  </a:ext>
                </a:extLst>
              </a:tr>
              <a:tr h="370840">
                <a:tc>
                  <a:txBody>
                    <a:bodyPr/>
                    <a:lstStyle/>
                    <a:p>
                      <a:r>
                        <a:rPr lang="en-IN" dirty="0"/>
                        <a:t>3</a:t>
                      </a:r>
                    </a:p>
                  </a:txBody>
                  <a:tcPr/>
                </a:tc>
                <a:tc>
                  <a:txBody>
                    <a:bodyPr/>
                    <a:lstStyle/>
                    <a:p>
                      <a:r>
                        <a:rPr lang="en-IN" dirty="0"/>
                        <a:t>Precision(%)</a:t>
                      </a:r>
                    </a:p>
                  </a:txBody>
                  <a:tcPr/>
                </a:tc>
                <a:tc>
                  <a:txBody>
                    <a:bodyPr/>
                    <a:lstStyle/>
                    <a:p>
                      <a:r>
                        <a:rPr lang="en-IN" dirty="0"/>
                        <a:t>78.934</a:t>
                      </a:r>
                    </a:p>
                  </a:txBody>
                  <a:tcPr/>
                </a:tc>
                <a:extLst>
                  <a:ext uri="{0D108BD9-81ED-4DB2-BD59-A6C34878D82A}">
                    <a16:rowId xmlns:a16="http://schemas.microsoft.com/office/drawing/2014/main" val="2664443522"/>
                  </a:ext>
                </a:extLst>
              </a:tr>
              <a:tr h="370840">
                <a:tc>
                  <a:txBody>
                    <a:bodyPr/>
                    <a:lstStyle/>
                    <a:p>
                      <a:r>
                        <a:rPr lang="en-IN" dirty="0"/>
                        <a:t>4</a:t>
                      </a:r>
                    </a:p>
                  </a:txBody>
                  <a:tcPr/>
                </a:tc>
                <a:tc>
                  <a:txBody>
                    <a:bodyPr/>
                    <a:lstStyle/>
                    <a:p>
                      <a:r>
                        <a:rPr lang="en-IN" dirty="0"/>
                        <a:t>Recall(%)</a:t>
                      </a:r>
                    </a:p>
                  </a:txBody>
                  <a:tcPr/>
                </a:tc>
                <a:tc>
                  <a:txBody>
                    <a:bodyPr/>
                    <a:lstStyle/>
                    <a:p>
                      <a:r>
                        <a:rPr lang="en-IN" dirty="0"/>
                        <a:t>78.688</a:t>
                      </a:r>
                    </a:p>
                  </a:txBody>
                  <a:tcPr/>
                </a:tc>
                <a:extLst>
                  <a:ext uri="{0D108BD9-81ED-4DB2-BD59-A6C34878D82A}">
                    <a16:rowId xmlns:a16="http://schemas.microsoft.com/office/drawing/2014/main" val="1658648844"/>
                  </a:ext>
                </a:extLst>
              </a:tr>
              <a:tr h="370840">
                <a:tc>
                  <a:txBody>
                    <a:bodyPr/>
                    <a:lstStyle/>
                    <a:p>
                      <a:r>
                        <a:rPr lang="en-IN" dirty="0"/>
                        <a:t>5</a:t>
                      </a:r>
                    </a:p>
                  </a:txBody>
                  <a:tcPr/>
                </a:tc>
                <a:tc>
                  <a:txBody>
                    <a:bodyPr/>
                    <a:lstStyle/>
                    <a:p>
                      <a:r>
                        <a:rPr lang="en-IN" dirty="0"/>
                        <a:t>F1-score</a:t>
                      </a:r>
                    </a:p>
                  </a:txBody>
                  <a:tcPr/>
                </a:tc>
                <a:tc>
                  <a:txBody>
                    <a:bodyPr/>
                    <a:lstStyle/>
                    <a:p>
                      <a:r>
                        <a:rPr lang="en-IN" dirty="0"/>
                        <a:t>78.619</a:t>
                      </a:r>
                    </a:p>
                  </a:txBody>
                  <a:tcPr/>
                </a:tc>
                <a:extLst>
                  <a:ext uri="{0D108BD9-81ED-4DB2-BD59-A6C34878D82A}">
                    <a16:rowId xmlns:a16="http://schemas.microsoft.com/office/drawing/2014/main" val="316188429"/>
                  </a:ext>
                </a:extLst>
              </a:tr>
            </a:tbl>
          </a:graphicData>
        </a:graphic>
      </p:graphicFrame>
      <p:graphicFrame>
        <p:nvGraphicFramePr>
          <p:cNvPr id="4" name="Table 3">
            <a:extLst>
              <a:ext uri="{FF2B5EF4-FFF2-40B4-BE49-F238E27FC236}">
                <a16:creationId xmlns:a16="http://schemas.microsoft.com/office/drawing/2014/main" id="{AF61CDD9-C107-7B4C-F4C0-3630352B3037}"/>
              </a:ext>
            </a:extLst>
          </p:cNvPr>
          <p:cNvGraphicFramePr>
            <a:graphicFrameLocks noGrp="1"/>
          </p:cNvGraphicFramePr>
          <p:nvPr>
            <p:extLst>
              <p:ext uri="{D42A27DB-BD31-4B8C-83A1-F6EECF244321}">
                <p14:modId xmlns:p14="http://schemas.microsoft.com/office/powerpoint/2010/main" val="3750674357"/>
              </p:ext>
            </p:extLst>
          </p:nvPr>
        </p:nvGraphicFramePr>
        <p:xfrm>
          <a:off x="766149" y="5246993"/>
          <a:ext cx="3669003" cy="1112520"/>
        </p:xfrm>
        <a:graphic>
          <a:graphicData uri="http://schemas.openxmlformats.org/drawingml/2006/table">
            <a:tbl>
              <a:tblPr firstRow="1" bandRow="1">
                <a:tableStyleId>{5C22544A-7EE6-4342-B048-85BDC9FD1C3A}</a:tableStyleId>
              </a:tblPr>
              <a:tblGrid>
                <a:gridCol w="1223001">
                  <a:extLst>
                    <a:ext uri="{9D8B030D-6E8A-4147-A177-3AD203B41FA5}">
                      <a16:colId xmlns:a16="http://schemas.microsoft.com/office/drawing/2014/main" val="1318804142"/>
                    </a:ext>
                  </a:extLst>
                </a:gridCol>
                <a:gridCol w="1223001">
                  <a:extLst>
                    <a:ext uri="{9D8B030D-6E8A-4147-A177-3AD203B41FA5}">
                      <a16:colId xmlns:a16="http://schemas.microsoft.com/office/drawing/2014/main" val="4287461761"/>
                    </a:ext>
                  </a:extLst>
                </a:gridCol>
                <a:gridCol w="1223001">
                  <a:extLst>
                    <a:ext uri="{9D8B030D-6E8A-4147-A177-3AD203B41FA5}">
                      <a16:colId xmlns:a16="http://schemas.microsoft.com/office/drawing/2014/main" val="1380528403"/>
                    </a:ext>
                  </a:extLst>
                </a:gridCol>
              </a:tblGrid>
              <a:tr h="370840">
                <a:tc>
                  <a:txBody>
                    <a:bodyPr/>
                    <a:lstStyle/>
                    <a:p>
                      <a:endParaRPr lang="en-IN" dirty="0"/>
                    </a:p>
                  </a:txBody>
                  <a:tcPr/>
                </a:tc>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1603083514"/>
                  </a:ext>
                </a:extLst>
              </a:tr>
              <a:tr h="370840">
                <a:tc>
                  <a:txBody>
                    <a:bodyPr/>
                    <a:lstStyle/>
                    <a:p>
                      <a:r>
                        <a:rPr lang="en-IN" dirty="0"/>
                        <a:t>0</a:t>
                      </a:r>
                    </a:p>
                  </a:txBody>
                  <a:tcPr/>
                </a:tc>
                <a:tc>
                  <a:txBody>
                    <a:bodyPr/>
                    <a:lstStyle/>
                    <a:p>
                      <a:r>
                        <a:rPr lang="en-IN" dirty="0"/>
                        <a:t>26</a:t>
                      </a:r>
                    </a:p>
                  </a:txBody>
                  <a:tcPr/>
                </a:tc>
                <a:tc>
                  <a:txBody>
                    <a:bodyPr/>
                    <a:lstStyle/>
                    <a:p>
                      <a:r>
                        <a:rPr lang="en-IN" dirty="0"/>
                        <a:t>5</a:t>
                      </a:r>
                    </a:p>
                  </a:txBody>
                  <a:tcPr/>
                </a:tc>
                <a:extLst>
                  <a:ext uri="{0D108BD9-81ED-4DB2-BD59-A6C34878D82A}">
                    <a16:rowId xmlns:a16="http://schemas.microsoft.com/office/drawing/2014/main" val="3404586846"/>
                  </a:ext>
                </a:extLst>
              </a:tr>
              <a:tr h="370840">
                <a:tc>
                  <a:txBody>
                    <a:bodyPr/>
                    <a:lstStyle/>
                    <a:p>
                      <a:r>
                        <a:rPr lang="en-IN" dirty="0"/>
                        <a:t>1</a:t>
                      </a:r>
                    </a:p>
                  </a:txBody>
                  <a:tcPr/>
                </a:tc>
                <a:tc>
                  <a:txBody>
                    <a:bodyPr/>
                    <a:lstStyle/>
                    <a:p>
                      <a:r>
                        <a:rPr lang="en-IN" dirty="0"/>
                        <a:t>8</a:t>
                      </a:r>
                    </a:p>
                  </a:txBody>
                  <a:tcPr/>
                </a:tc>
                <a:tc>
                  <a:txBody>
                    <a:bodyPr/>
                    <a:lstStyle/>
                    <a:p>
                      <a:r>
                        <a:rPr lang="en-IN" dirty="0"/>
                        <a:t>22</a:t>
                      </a:r>
                    </a:p>
                  </a:txBody>
                  <a:tcPr/>
                </a:tc>
                <a:extLst>
                  <a:ext uri="{0D108BD9-81ED-4DB2-BD59-A6C34878D82A}">
                    <a16:rowId xmlns:a16="http://schemas.microsoft.com/office/drawing/2014/main" val="3442220330"/>
                  </a:ext>
                </a:extLst>
              </a:tr>
            </a:tbl>
          </a:graphicData>
        </a:graphic>
      </p:graphicFrame>
      <p:graphicFrame>
        <p:nvGraphicFramePr>
          <p:cNvPr id="6" name="Table 5">
            <a:extLst>
              <a:ext uri="{FF2B5EF4-FFF2-40B4-BE49-F238E27FC236}">
                <a16:creationId xmlns:a16="http://schemas.microsoft.com/office/drawing/2014/main" id="{807DA0D6-8E50-8067-BD68-EBE8A9EF739D}"/>
              </a:ext>
            </a:extLst>
          </p:cNvPr>
          <p:cNvGraphicFramePr>
            <a:graphicFrameLocks noGrp="1"/>
          </p:cNvGraphicFramePr>
          <p:nvPr>
            <p:extLst>
              <p:ext uri="{D42A27DB-BD31-4B8C-83A1-F6EECF244321}">
                <p14:modId xmlns:p14="http://schemas.microsoft.com/office/powerpoint/2010/main" val="1219432984"/>
              </p:ext>
            </p:extLst>
          </p:nvPr>
        </p:nvGraphicFramePr>
        <p:xfrm>
          <a:off x="6967893" y="5119475"/>
          <a:ext cx="3669003" cy="1112520"/>
        </p:xfrm>
        <a:graphic>
          <a:graphicData uri="http://schemas.openxmlformats.org/drawingml/2006/table">
            <a:tbl>
              <a:tblPr firstRow="1" bandRow="1">
                <a:tableStyleId>{5C22544A-7EE6-4342-B048-85BDC9FD1C3A}</a:tableStyleId>
              </a:tblPr>
              <a:tblGrid>
                <a:gridCol w="1223001">
                  <a:extLst>
                    <a:ext uri="{9D8B030D-6E8A-4147-A177-3AD203B41FA5}">
                      <a16:colId xmlns:a16="http://schemas.microsoft.com/office/drawing/2014/main" val="1318804142"/>
                    </a:ext>
                  </a:extLst>
                </a:gridCol>
                <a:gridCol w="1223001">
                  <a:extLst>
                    <a:ext uri="{9D8B030D-6E8A-4147-A177-3AD203B41FA5}">
                      <a16:colId xmlns:a16="http://schemas.microsoft.com/office/drawing/2014/main" val="4287461761"/>
                    </a:ext>
                  </a:extLst>
                </a:gridCol>
                <a:gridCol w="1223001">
                  <a:extLst>
                    <a:ext uri="{9D8B030D-6E8A-4147-A177-3AD203B41FA5}">
                      <a16:colId xmlns:a16="http://schemas.microsoft.com/office/drawing/2014/main" val="1380528403"/>
                    </a:ext>
                  </a:extLst>
                </a:gridCol>
              </a:tblGrid>
              <a:tr h="370840">
                <a:tc>
                  <a:txBody>
                    <a:bodyPr/>
                    <a:lstStyle/>
                    <a:p>
                      <a:endParaRPr lang="en-IN" dirty="0"/>
                    </a:p>
                  </a:txBody>
                  <a:tcPr/>
                </a:tc>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1603083514"/>
                  </a:ext>
                </a:extLst>
              </a:tr>
              <a:tr h="370840">
                <a:tc>
                  <a:txBody>
                    <a:bodyPr/>
                    <a:lstStyle/>
                    <a:p>
                      <a:r>
                        <a:rPr lang="en-IN" dirty="0"/>
                        <a:t>0</a:t>
                      </a:r>
                    </a:p>
                  </a:txBody>
                  <a:tcPr/>
                </a:tc>
                <a:tc>
                  <a:txBody>
                    <a:bodyPr/>
                    <a:lstStyle/>
                    <a:p>
                      <a:r>
                        <a:rPr lang="en-IN" dirty="0"/>
                        <a:t>30</a:t>
                      </a:r>
                    </a:p>
                  </a:txBody>
                  <a:tcPr/>
                </a:tc>
                <a:tc>
                  <a:txBody>
                    <a:bodyPr/>
                    <a:lstStyle/>
                    <a:p>
                      <a:r>
                        <a:rPr lang="en-IN" dirty="0"/>
                        <a:t>1</a:t>
                      </a:r>
                    </a:p>
                  </a:txBody>
                  <a:tcPr/>
                </a:tc>
                <a:extLst>
                  <a:ext uri="{0D108BD9-81ED-4DB2-BD59-A6C34878D82A}">
                    <a16:rowId xmlns:a16="http://schemas.microsoft.com/office/drawing/2014/main" val="3404586846"/>
                  </a:ext>
                </a:extLst>
              </a:tr>
              <a:tr h="370840">
                <a:tc>
                  <a:txBody>
                    <a:bodyPr/>
                    <a:lstStyle/>
                    <a:p>
                      <a:r>
                        <a:rPr lang="en-IN" dirty="0"/>
                        <a:t>1</a:t>
                      </a:r>
                    </a:p>
                  </a:txBody>
                  <a:tcPr/>
                </a:tc>
                <a:tc>
                  <a:txBody>
                    <a:bodyPr/>
                    <a:lstStyle/>
                    <a:p>
                      <a:r>
                        <a:rPr lang="en-IN" dirty="0"/>
                        <a:t>0</a:t>
                      </a:r>
                    </a:p>
                  </a:txBody>
                  <a:tcPr/>
                </a:tc>
                <a:tc>
                  <a:txBody>
                    <a:bodyPr/>
                    <a:lstStyle/>
                    <a:p>
                      <a:r>
                        <a:rPr lang="en-IN" dirty="0"/>
                        <a:t>30</a:t>
                      </a:r>
                    </a:p>
                  </a:txBody>
                  <a:tcPr/>
                </a:tc>
                <a:extLst>
                  <a:ext uri="{0D108BD9-81ED-4DB2-BD59-A6C34878D82A}">
                    <a16:rowId xmlns:a16="http://schemas.microsoft.com/office/drawing/2014/main" val="3442220330"/>
                  </a:ext>
                </a:extLst>
              </a:tr>
            </a:tbl>
          </a:graphicData>
        </a:graphic>
      </p:graphicFrame>
      <p:sp>
        <p:nvSpPr>
          <p:cNvPr id="7" name="TextBox 6">
            <a:extLst>
              <a:ext uri="{FF2B5EF4-FFF2-40B4-BE49-F238E27FC236}">
                <a16:creationId xmlns:a16="http://schemas.microsoft.com/office/drawing/2014/main" id="{B1094067-C33B-72DE-384C-56AAE8CAB8F9}"/>
              </a:ext>
            </a:extLst>
          </p:cNvPr>
          <p:cNvSpPr txBox="1"/>
          <p:nvPr/>
        </p:nvSpPr>
        <p:spPr>
          <a:xfrm>
            <a:off x="220048" y="4535780"/>
            <a:ext cx="6106884" cy="369332"/>
          </a:xfrm>
          <a:prstGeom prst="rect">
            <a:avLst/>
          </a:prstGeom>
          <a:noFill/>
        </p:spPr>
        <p:txBody>
          <a:bodyPr wrap="square">
            <a:spAutoFit/>
          </a:bodyPr>
          <a:lstStyle/>
          <a:p>
            <a:pPr marL="457200" lvl="1" indent="0">
              <a:buNone/>
            </a:pPr>
            <a:r>
              <a:rPr lang="en-IN" sz="1800" b="1" i="0" dirty="0">
                <a:solidFill>
                  <a:srgbClr val="3B4546"/>
                </a:solidFill>
                <a:effectLst/>
                <a:latin typeface="+mj-lt"/>
              </a:rPr>
              <a:t>C</a:t>
            </a:r>
            <a:r>
              <a:rPr lang="en-IN" b="1" dirty="0">
                <a:solidFill>
                  <a:srgbClr val="3B4546"/>
                </a:solidFill>
                <a:latin typeface="+mj-lt"/>
              </a:rPr>
              <a:t>ONFUSION MATRIX</a:t>
            </a:r>
            <a:endParaRPr lang="en-IN" sz="1800" b="1" i="0" dirty="0">
              <a:solidFill>
                <a:srgbClr val="3B4546"/>
              </a:solidFill>
              <a:effectLst/>
              <a:latin typeface="+mj-lt"/>
            </a:endParaRPr>
          </a:p>
        </p:txBody>
      </p:sp>
      <p:sp>
        <p:nvSpPr>
          <p:cNvPr id="8" name="TextBox 7">
            <a:extLst>
              <a:ext uri="{FF2B5EF4-FFF2-40B4-BE49-F238E27FC236}">
                <a16:creationId xmlns:a16="http://schemas.microsoft.com/office/drawing/2014/main" id="{0A5E7232-3B7C-F310-1927-8F3912FB68EF}"/>
              </a:ext>
            </a:extLst>
          </p:cNvPr>
          <p:cNvSpPr txBox="1"/>
          <p:nvPr/>
        </p:nvSpPr>
        <p:spPr>
          <a:xfrm>
            <a:off x="304023" y="1334669"/>
            <a:ext cx="6106884" cy="369332"/>
          </a:xfrm>
          <a:prstGeom prst="rect">
            <a:avLst/>
          </a:prstGeom>
          <a:noFill/>
        </p:spPr>
        <p:txBody>
          <a:bodyPr wrap="square">
            <a:spAutoFit/>
          </a:bodyPr>
          <a:lstStyle/>
          <a:p>
            <a:pPr marL="457200" lvl="1" indent="0">
              <a:buNone/>
            </a:pPr>
            <a:r>
              <a:rPr lang="en-IN" dirty="0">
                <a:solidFill>
                  <a:srgbClr val="3B4546"/>
                </a:solidFill>
                <a:latin typeface="+mj-lt"/>
              </a:rPr>
              <a:t>Epoch-1</a:t>
            </a:r>
          </a:p>
        </p:txBody>
      </p:sp>
      <p:sp>
        <p:nvSpPr>
          <p:cNvPr id="9" name="TextBox 8">
            <a:extLst>
              <a:ext uri="{FF2B5EF4-FFF2-40B4-BE49-F238E27FC236}">
                <a16:creationId xmlns:a16="http://schemas.microsoft.com/office/drawing/2014/main" id="{2157B3EE-8BCD-5523-DDF5-CE08030B57E9}"/>
              </a:ext>
            </a:extLst>
          </p:cNvPr>
          <p:cNvSpPr txBox="1"/>
          <p:nvPr/>
        </p:nvSpPr>
        <p:spPr>
          <a:xfrm>
            <a:off x="6410907" y="1334669"/>
            <a:ext cx="6106884" cy="369332"/>
          </a:xfrm>
          <a:prstGeom prst="rect">
            <a:avLst/>
          </a:prstGeom>
          <a:noFill/>
        </p:spPr>
        <p:txBody>
          <a:bodyPr wrap="square">
            <a:spAutoFit/>
          </a:bodyPr>
          <a:lstStyle/>
          <a:p>
            <a:pPr marL="457200" lvl="1" indent="0">
              <a:buNone/>
            </a:pPr>
            <a:r>
              <a:rPr lang="en-IN" dirty="0">
                <a:solidFill>
                  <a:srgbClr val="3B4546"/>
                </a:solidFill>
                <a:latin typeface="+mj-lt"/>
              </a:rPr>
              <a:t>Epoch-10</a:t>
            </a:r>
          </a:p>
        </p:txBody>
      </p:sp>
    </p:spTree>
    <p:extLst>
      <p:ext uri="{BB962C8B-B14F-4D97-AF65-F5344CB8AC3E}">
        <p14:creationId xmlns:p14="http://schemas.microsoft.com/office/powerpoint/2010/main" val="680282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94DA2-F728-DB4C-C77A-8E5DDD5158A7}"/>
            </a:ext>
          </a:extLst>
        </p:cNvPr>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97CED0CD-8FD6-93E8-CD3A-13097665711B}"/>
              </a:ext>
            </a:extLst>
          </p:cNvPr>
          <p:cNvSpPr>
            <a:spLocks noGrp="1"/>
          </p:cNvSpPr>
          <p:nvPr>
            <p:ph type="sldNum" sz="quarter" idx="12"/>
          </p:nvPr>
        </p:nvSpPr>
        <p:spPr/>
        <p:txBody>
          <a:bodyPr/>
          <a:lstStyle/>
          <a:p>
            <a:fld id="{5BFCF61C-3B18-4C03-8326-CC3B32D710C9}" type="slidenum">
              <a:rPr lang="en-US" smtClean="0"/>
              <a:pPr/>
              <a:t>15</a:t>
            </a:fld>
            <a:endParaRPr lang="en-US"/>
          </a:p>
        </p:txBody>
      </p:sp>
      <p:sp>
        <p:nvSpPr>
          <p:cNvPr id="6" name="Title 1">
            <a:extLst>
              <a:ext uri="{FF2B5EF4-FFF2-40B4-BE49-F238E27FC236}">
                <a16:creationId xmlns:a16="http://schemas.microsoft.com/office/drawing/2014/main" id="{0C0CCEA3-AE80-912D-B7CB-B249EBB57F6C}"/>
              </a:ext>
            </a:extLst>
          </p:cNvPr>
          <p:cNvSpPr>
            <a:spLocks noGrp="1"/>
          </p:cNvSpPr>
          <p:nvPr>
            <p:ph type="title"/>
          </p:nvPr>
        </p:nvSpPr>
        <p:spPr>
          <a:xfrm>
            <a:off x="648478" y="1454738"/>
            <a:ext cx="11281644" cy="575321"/>
          </a:xfrm>
        </p:spPr>
        <p:txBody>
          <a:bodyPr/>
          <a:lstStyle/>
          <a:p>
            <a:pPr algn="l"/>
            <a:r>
              <a:rPr lang="en-US" b="0" i="0" cap="none" dirty="0">
                <a:effectLst/>
                <a:latin typeface="+mn-lt"/>
              </a:rPr>
              <a:t>Conclusion</a:t>
            </a:r>
            <a:br>
              <a:rPr lang="en-US" b="0" i="0" cap="none" dirty="0">
                <a:effectLst/>
                <a:latin typeface="+mn-lt"/>
              </a:rPr>
            </a:br>
            <a:endParaRPr lang="en-US" b="0" i="0" cap="none" dirty="0">
              <a:effectLst/>
              <a:latin typeface="+mn-lt"/>
            </a:endParaRPr>
          </a:p>
        </p:txBody>
      </p:sp>
      <p:sp>
        <p:nvSpPr>
          <p:cNvPr id="8" name="TextBox 7">
            <a:extLst>
              <a:ext uri="{FF2B5EF4-FFF2-40B4-BE49-F238E27FC236}">
                <a16:creationId xmlns:a16="http://schemas.microsoft.com/office/drawing/2014/main" id="{969394A9-33F2-54D4-B561-EE5D81DE81AC}"/>
              </a:ext>
            </a:extLst>
          </p:cNvPr>
          <p:cNvSpPr txBox="1"/>
          <p:nvPr/>
        </p:nvSpPr>
        <p:spPr>
          <a:xfrm>
            <a:off x="648478" y="2749240"/>
            <a:ext cx="11281644" cy="4247317"/>
          </a:xfrm>
          <a:prstGeom prst="rect">
            <a:avLst/>
          </a:prstGeom>
          <a:noFill/>
        </p:spPr>
        <p:txBody>
          <a:bodyPr wrap="square">
            <a:spAutoFit/>
          </a:bodyPr>
          <a:lstStyle/>
          <a:p>
            <a:r>
              <a:rPr lang="en-US" b="0" i="0" dirty="0">
                <a:solidFill>
                  <a:schemeClr val="bg1"/>
                </a:solidFill>
                <a:effectLst/>
              </a:rPr>
              <a:t>In this project, we successfully implemented and evaluated two machine learning models—RNN and BERT—to analyze student mental health data. The results demonstrated that the RNN model outperformed BERT in terms of accuracy, precision, recall, and F1-score, achieving nearly perfect classification on the validation set. This indicates that the RNN was able to effectively learn the underlying patterns in the dataset.</a:t>
            </a:r>
          </a:p>
          <a:p>
            <a:r>
              <a:rPr lang="en-US" b="0" i="0" dirty="0">
                <a:solidFill>
                  <a:schemeClr val="bg1"/>
                </a:solidFill>
                <a:effectLst/>
              </a:rPr>
              <a:t>To enhance predictive performance, we will explore Bidirectional LSTM (Bi-LSTM) for capturing context from both past and future states, and Gated Recurrent Unit (GRU) for faster training with fewer parameters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bg1"/>
                </a:solidFill>
                <a:effectLst/>
              </a:rPr>
              <a:t>By comparing these models, we aim to identify the most effective approach for detecting mental health risks among students. Our ultimate goal is to develop a robust predictive system that can inform timely interventions and support strategies for at-risk individuals.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bg1"/>
                </a:solidFill>
                <a:effectLst/>
              </a:rPr>
              <a:t>This conclusion effectively summarizes your project while outlining future directions for model exploration and improvement. It emphasizes your commitment to enhancing the predictive capabilities of your analysis.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1"/>
                </a:solidFill>
                <a:effectLst/>
              </a:rPr>
            </a:br>
            <a:endParaRPr kumimoji="0" lang="en-US" altLang="en-US" sz="1800" b="0" i="0" u="none" strike="noStrike" cap="none" normalizeH="0" baseline="0" dirty="0">
              <a:ln>
                <a:noFill/>
              </a:ln>
              <a:solidFill>
                <a:schemeClr val="bg1"/>
              </a:solidFill>
              <a:effectLst/>
            </a:endParaRPr>
          </a:p>
          <a:p>
            <a:endParaRPr lang="en-US" b="0" i="0" dirty="0">
              <a:solidFill>
                <a:schemeClr val="bg1"/>
              </a:solidFill>
              <a:effectLst/>
            </a:endParaRPr>
          </a:p>
          <a:p>
            <a:endParaRPr lang="en-IN" dirty="0">
              <a:solidFill>
                <a:schemeClr val="bg1"/>
              </a:solidFill>
            </a:endParaRPr>
          </a:p>
        </p:txBody>
      </p:sp>
    </p:spTree>
    <p:extLst>
      <p:ext uri="{BB962C8B-B14F-4D97-AF65-F5344CB8AC3E}">
        <p14:creationId xmlns:p14="http://schemas.microsoft.com/office/powerpoint/2010/main" val="454850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C85805-79DB-07ED-6BDE-11B8962D463A}"/>
              </a:ext>
            </a:extLst>
          </p:cNvPr>
          <p:cNvSpPr>
            <a:spLocks noGrp="1"/>
          </p:cNvSpPr>
          <p:nvPr>
            <p:ph type="title"/>
          </p:nvPr>
        </p:nvSpPr>
        <p:spPr>
          <a:xfrm>
            <a:off x="3592607" y="3590419"/>
            <a:ext cx="4870258" cy="704088"/>
          </a:xfrm>
        </p:spPr>
        <p:txBody>
          <a:bodyPr/>
          <a:lstStyle/>
          <a:p>
            <a:r>
              <a:rPr lang="en-US" sz="6000" dirty="0"/>
              <a:t>THANK YOU</a:t>
            </a:r>
          </a:p>
        </p:txBody>
      </p:sp>
      <p:sp>
        <p:nvSpPr>
          <p:cNvPr id="3" name="Slide Number Placeholder 2">
            <a:extLst>
              <a:ext uri="{FF2B5EF4-FFF2-40B4-BE49-F238E27FC236}">
                <a16:creationId xmlns:a16="http://schemas.microsoft.com/office/drawing/2014/main" id="{583E68DE-3756-7E72-3F5A-34338BB312B3}"/>
              </a:ext>
            </a:extLst>
          </p:cNvPr>
          <p:cNvSpPr>
            <a:spLocks noGrp="1"/>
          </p:cNvSpPr>
          <p:nvPr>
            <p:ph type="sldNum" sz="quarter" idx="12"/>
          </p:nvPr>
        </p:nvSpPr>
        <p:spPr/>
        <p:txBody>
          <a:bodyPr/>
          <a:lstStyle/>
          <a:p>
            <a:fld id="{5BFCF61C-3B18-4C03-8326-CC3B32D710C9}" type="slidenum">
              <a:rPr lang="en-US" smtClean="0"/>
              <a:t>16</a:t>
            </a:fld>
            <a:endParaRPr lang="en-US" dirty="0"/>
          </a:p>
        </p:txBody>
      </p:sp>
    </p:spTree>
    <p:extLst>
      <p:ext uri="{BB962C8B-B14F-4D97-AF65-F5344CB8AC3E}">
        <p14:creationId xmlns:p14="http://schemas.microsoft.com/office/powerpoint/2010/main" val="476614979"/>
      </p:ext>
    </p:extLst>
  </p:cSld>
  <p:clrMapOvr>
    <a:masterClrMapping/>
  </p:clrMapOvr>
</p:sld>
</file>

<file path=ppt/theme/theme1.xml><?xml version="1.0" encoding="utf-8"?>
<a:theme xmlns:a="http://schemas.openxmlformats.org/drawingml/2006/main" name="Office Theme">
  <a:themeElements>
    <a:clrScheme name="Custom 10">
      <a:dk1>
        <a:srgbClr val="000000"/>
      </a:dk1>
      <a:lt1>
        <a:srgbClr val="FFFFFF"/>
      </a:lt1>
      <a:dk2>
        <a:srgbClr val="3B4546"/>
      </a:dk2>
      <a:lt2>
        <a:srgbClr val="E7E6E6"/>
      </a:lt2>
      <a:accent1>
        <a:srgbClr val="753F2C"/>
      </a:accent1>
      <a:accent2>
        <a:srgbClr val="637376"/>
      </a:accent2>
      <a:accent3>
        <a:srgbClr val="BE937E"/>
      </a:accent3>
      <a:accent4>
        <a:srgbClr val="576853"/>
      </a:accent4>
      <a:accent5>
        <a:srgbClr val="EDE9E6"/>
      </a:accent5>
      <a:accent6>
        <a:srgbClr val="D0CDC5"/>
      </a:accent6>
      <a:hlink>
        <a:srgbClr val="4F4F4F"/>
      </a:hlink>
      <a:folHlink>
        <a:srgbClr val="BE937E"/>
      </a:folHlink>
    </a:clrScheme>
    <a:fontScheme name="Custom 1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ject_Status_Report_Win32_jx_v12" id="{5D6FBA16-B4D1-4307-B1D7-61285FA0D9C0}" vid="{1DA9E459-46CB-4408-AA4C-63950E2E54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1F98F7-6576-47F1-AD63-56E26C33974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25B4CAA5-BE7A-46AB-97ED-63B24C46A3A8}">
  <ds:schemaRefs>
    <ds:schemaRef ds:uri="http://schemas.microsoft.com/sharepoint/v3/contenttype/forms"/>
  </ds:schemaRefs>
</ds:datastoreItem>
</file>

<file path=customXml/itemProps3.xml><?xml version="1.0" encoding="utf-8"?>
<ds:datastoreItem xmlns:ds="http://schemas.openxmlformats.org/officeDocument/2006/customXml" ds:itemID="{5783CE7D-BFC6-4030-A335-E7F88DB664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480</TotalTime>
  <Words>1237</Words>
  <Application>Microsoft Office PowerPoint</Application>
  <PresentationFormat>Widescreen</PresentationFormat>
  <Paragraphs>243</Paragraphs>
  <Slides>16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Analysis Of Cognitive Behavioural Patterns Among Students</vt:lpstr>
      <vt:lpstr>AGENDA</vt:lpstr>
      <vt:lpstr>Overview</vt:lpstr>
      <vt:lpstr>Data Cleaning And Processing </vt:lpstr>
      <vt:lpstr>Data Cleaning And Processing </vt:lpstr>
      <vt:lpstr>Identifying Mental Health Profiles With K-means </vt:lpstr>
      <vt:lpstr>Identifying Mental Health Profiles With K-means</vt:lpstr>
      <vt:lpstr>PowerPoint Presentation</vt:lpstr>
      <vt:lpstr>NLP Models: BERT And RNN In Action </vt:lpstr>
      <vt:lpstr>PowerPoint Presentation</vt:lpstr>
      <vt:lpstr>PowerPoint Presentation</vt:lpstr>
      <vt:lpstr>Comparative Study</vt:lpstr>
      <vt:lpstr>Comparative Study - BERT</vt:lpstr>
      <vt:lpstr>Comparative Study – RNN </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nivi nivi</cp:lastModifiedBy>
  <cp:revision>33</cp:revision>
  <dcterms:created xsi:type="dcterms:W3CDTF">2022-06-28T06:29:45Z</dcterms:created>
  <dcterms:modified xsi:type="dcterms:W3CDTF">2025-03-31T17:45:00Z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