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4"/>
  </p:notesMasterIdLst>
  <p:sldIdLst>
    <p:sldId id="256" r:id="rId2"/>
    <p:sldId id="258" r:id="rId3"/>
    <p:sldId id="260" r:id="rId4"/>
    <p:sldId id="261" r:id="rId5"/>
    <p:sldId id="276" r:id="rId6"/>
    <p:sldId id="262" r:id="rId7"/>
    <p:sldId id="263" r:id="rId8"/>
    <p:sldId id="295" r:id="rId9"/>
    <p:sldId id="293" r:id="rId10"/>
    <p:sldId id="265" r:id="rId11"/>
    <p:sldId id="294" r:id="rId12"/>
    <p:sldId id="267" r:id="rId13"/>
    <p:sldId id="296" r:id="rId14"/>
    <p:sldId id="297" r:id="rId15"/>
    <p:sldId id="298" r:id="rId16"/>
    <p:sldId id="300" r:id="rId17"/>
    <p:sldId id="277" r:id="rId18"/>
    <p:sldId id="301" r:id="rId19"/>
    <p:sldId id="264" r:id="rId20"/>
    <p:sldId id="302" r:id="rId21"/>
    <p:sldId id="303" r:id="rId22"/>
    <p:sldId id="270" r:id="rId23"/>
  </p:sldIdLst>
  <p:sldSz cx="9144000" cy="5143500" type="screen16x9"/>
  <p:notesSz cx="6858000" cy="9144000"/>
  <p:embeddedFontLst>
    <p:embeddedFont>
      <p:font typeface="Anaheim" panose="020B0604020202020204" charset="0"/>
      <p:regular r:id="rId25"/>
      <p:bold r:id="rId26"/>
    </p:embeddedFont>
    <p:embeddedFont>
      <p:font typeface="Inter" panose="020B0604020202020204" charset="0"/>
      <p:regular r:id="rId27"/>
      <p:bold r:id="rId28"/>
      <p:italic r:id="rId29"/>
      <p:boldItalic r:id="rId30"/>
    </p:embeddedFont>
    <p:embeddedFont>
      <p:font typeface="Lexend Black" panose="020B0604020202020204" charset="0"/>
      <p:bold r:id="rId31"/>
    </p:embeddedFont>
    <p:embeddedFont>
      <p:font typeface="Nunito Light" pitchFamily="2" charset="0"/>
      <p:regular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793449-1950-4477-95FC-62DD83C62D03}">
  <a:tblStyle styleId="{DE793449-1950-4477-95FC-62DD83C62D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F6917B-8B8F-47B9-A0A4-071D80D84C1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9007af15f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9007af15f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2d60228b45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2d60228b45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>
          <a:extLst>
            <a:ext uri="{FF2B5EF4-FFF2-40B4-BE49-F238E27FC236}">
              <a16:creationId xmlns:a16="http://schemas.microsoft.com/office/drawing/2014/main" id="{21141F60-5352-1D73-7AE6-CAEE9A805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54dda1946d_6_332:notes">
            <a:extLst>
              <a:ext uri="{FF2B5EF4-FFF2-40B4-BE49-F238E27FC236}">
                <a16:creationId xmlns:a16="http://schemas.microsoft.com/office/drawing/2014/main" id="{3D78A727-7465-140B-6AEB-B31FA9A91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54dda1946d_6_332:notes">
            <a:extLst>
              <a:ext uri="{FF2B5EF4-FFF2-40B4-BE49-F238E27FC236}">
                <a16:creationId xmlns:a16="http://schemas.microsoft.com/office/drawing/2014/main" id="{47001786-440C-9E78-ADFF-A465947EA0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675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EB45EEF-1DA3-E9F3-C276-80884295D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54dda1946d_6_308:notes">
            <a:extLst>
              <a:ext uri="{FF2B5EF4-FFF2-40B4-BE49-F238E27FC236}">
                <a16:creationId xmlns:a16="http://schemas.microsoft.com/office/drawing/2014/main" id="{FD7F29D9-CD8A-2667-5AD4-2576AC2809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3B537B01-F0C0-9677-4B67-6EF58AE190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4735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8D153A03-3E99-1A2D-3F0D-B27D140A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2d60228b45_1_41:notes">
            <a:extLst>
              <a:ext uri="{FF2B5EF4-FFF2-40B4-BE49-F238E27FC236}">
                <a16:creationId xmlns:a16="http://schemas.microsoft.com/office/drawing/2014/main" id="{938D4DF2-9676-C33A-4FD2-3D6558B2C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2d60228b45_1_41:notes">
            <a:extLst>
              <a:ext uri="{FF2B5EF4-FFF2-40B4-BE49-F238E27FC236}">
                <a16:creationId xmlns:a16="http://schemas.microsoft.com/office/drawing/2014/main" id="{9D53BF09-79D0-7499-5789-E22F4CAC5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2107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CC68416B-A64C-1679-6596-153AF8D6F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54dda1946d_6_308:notes">
            <a:extLst>
              <a:ext uri="{FF2B5EF4-FFF2-40B4-BE49-F238E27FC236}">
                <a16:creationId xmlns:a16="http://schemas.microsoft.com/office/drawing/2014/main" id="{4FFE5B60-8D65-2CE5-DB29-3763F79536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B6134373-FC41-765B-A8ED-F41024A98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9235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>
          <a:extLst>
            <a:ext uri="{FF2B5EF4-FFF2-40B4-BE49-F238E27FC236}">
              <a16:creationId xmlns:a16="http://schemas.microsoft.com/office/drawing/2014/main" id="{3E981B46-C772-3574-BDC1-601DF5D0F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d5260bdd85_0_256:notes">
            <a:extLst>
              <a:ext uri="{FF2B5EF4-FFF2-40B4-BE49-F238E27FC236}">
                <a16:creationId xmlns:a16="http://schemas.microsoft.com/office/drawing/2014/main" id="{21108FA9-ACEC-AFA1-4B92-737E9920BB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d5260bdd85_0_256:notes">
            <a:extLst>
              <a:ext uri="{FF2B5EF4-FFF2-40B4-BE49-F238E27FC236}">
                <a16:creationId xmlns:a16="http://schemas.microsoft.com/office/drawing/2014/main" id="{7EC2CAED-9115-5A15-DE91-C8FC866D2E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569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ED4D46A7-D739-BC3D-7021-8E93D315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2d60228b45_1_41:notes">
            <a:extLst>
              <a:ext uri="{FF2B5EF4-FFF2-40B4-BE49-F238E27FC236}">
                <a16:creationId xmlns:a16="http://schemas.microsoft.com/office/drawing/2014/main" id="{718AB14D-52C7-DABD-43D8-472E7B7C6B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2d60228b45_1_41:notes">
            <a:extLst>
              <a:ext uri="{FF2B5EF4-FFF2-40B4-BE49-F238E27FC236}">
                <a16:creationId xmlns:a16="http://schemas.microsoft.com/office/drawing/2014/main" id="{76BD8D84-7904-78A3-3A1F-D8EA20F2A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6632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>
          <a:extLst>
            <a:ext uri="{FF2B5EF4-FFF2-40B4-BE49-F238E27FC236}">
              <a16:creationId xmlns:a16="http://schemas.microsoft.com/office/drawing/2014/main" id="{3FFCA586-1FC0-66A2-E409-88BE38BE9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d5260bdd85_0_256:notes">
            <a:extLst>
              <a:ext uri="{FF2B5EF4-FFF2-40B4-BE49-F238E27FC236}">
                <a16:creationId xmlns:a16="http://schemas.microsoft.com/office/drawing/2014/main" id="{B3BC2A56-C7CF-AFDD-26B3-58C52760CD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d5260bdd85_0_256:notes">
            <a:extLst>
              <a:ext uri="{FF2B5EF4-FFF2-40B4-BE49-F238E27FC236}">
                <a16:creationId xmlns:a16="http://schemas.microsoft.com/office/drawing/2014/main" id="{3B8622A1-470C-3CC5-27B5-696CC6A6E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138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2d60228b45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2d60228b45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D6F5F43-D5F2-B4EE-FD29-1B5316F4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54dda1946d_6_308:notes">
            <a:extLst>
              <a:ext uri="{FF2B5EF4-FFF2-40B4-BE49-F238E27FC236}">
                <a16:creationId xmlns:a16="http://schemas.microsoft.com/office/drawing/2014/main" id="{27A45B1D-81FF-9FBD-F8E0-79ACFED9B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54dda1946d_6_308:notes">
            <a:extLst>
              <a:ext uri="{FF2B5EF4-FFF2-40B4-BE49-F238E27FC236}">
                <a16:creationId xmlns:a16="http://schemas.microsoft.com/office/drawing/2014/main" id="{16C45258-D9D0-96EA-C164-3DD0ED6BE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29406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2d60228b45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2d60228b45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F6A3BE15-E574-4722-C68D-A3F38EB8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2d60228b45_1_41:notes">
            <a:extLst>
              <a:ext uri="{FF2B5EF4-FFF2-40B4-BE49-F238E27FC236}">
                <a16:creationId xmlns:a16="http://schemas.microsoft.com/office/drawing/2014/main" id="{1A9D8374-E405-CF6F-B88B-F9C4BC6C9C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2d60228b45_1_41:notes">
            <a:extLst>
              <a:ext uri="{FF2B5EF4-FFF2-40B4-BE49-F238E27FC236}">
                <a16:creationId xmlns:a16="http://schemas.microsoft.com/office/drawing/2014/main" id="{B3CEE10F-52EA-5EDA-AC59-4606FAFB01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0862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>
          <a:extLst>
            <a:ext uri="{FF2B5EF4-FFF2-40B4-BE49-F238E27FC236}">
              <a16:creationId xmlns:a16="http://schemas.microsoft.com/office/drawing/2014/main" id="{647934C0-FADE-D173-B077-1F11B8703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d5260bdd85_0_256:notes">
            <a:extLst>
              <a:ext uri="{FF2B5EF4-FFF2-40B4-BE49-F238E27FC236}">
                <a16:creationId xmlns:a16="http://schemas.microsoft.com/office/drawing/2014/main" id="{56FCB8CD-F3C2-9EE3-4395-DD99DF9573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d5260bdd85_0_256:notes">
            <a:extLst>
              <a:ext uri="{FF2B5EF4-FFF2-40B4-BE49-F238E27FC236}">
                <a16:creationId xmlns:a16="http://schemas.microsoft.com/office/drawing/2014/main" id="{CAFAA461-83F0-198E-F6F8-BAFFACF91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24363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r="79"/>
          <a:stretch/>
        </p:blipFill>
        <p:spPr>
          <a:xfrm>
            <a:off x="0" y="-3175"/>
            <a:ext cx="9144003" cy="1840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2"/>
          <p:cNvGrpSpPr/>
          <p:nvPr/>
        </p:nvGrpSpPr>
        <p:grpSpPr>
          <a:xfrm>
            <a:off x="144750" y="109675"/>
            <a:ext cx="8850375" cy="4918925"/>
            <a:chOff x="144750" y="109675"/>
            <a:chExt cx="8850375" cy="491892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47825" y="109675"/>
              <a:ext cx="8847300" cy="1737900"/>
              <a:chOff x="147825" y="109675"/>
              <a:chExt cx="8847300" cy="1737900"/>
            </a:xfrm>
          </p:grpSpPr>
          <p:cxnSp>
            <p:nvCxnSpPr>
              <p:cNvPr id="13" name="Google Shape;13;p2"/>
              <p:cNvCxnSpPr/>
              <p:nvPr/>
            </p:nvCxnSpPr>
            <p:spPr>
              <a:xfrm>
                <a:off x="148025" y="109675"/>
                <a:ext cx="0" cy="1737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8995050" y="109675"/>
                <a:ext cx="0" cy="1737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 rot="10800000">
                <a:off x="147825" y="114905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16;p2"/>
            <p:cNvGrpSpPr/>
            <p:nvPr/>
          </p:nvGrpSpPr>
          <p:grpSpPr>
            <a:xfrm>
              <a:off x="144750" y="1835400"/>
              <a:ext cx="8850300" cy="3193200"/>
              <a:chOff x="144750" y="1835400"/>
              <a:chExt cx="8850300" cy="3193200"/>
            </a:xfrm>
          </p:grpSpPr>
          <p:cxnSp>
            <p:nvCxnSpPr>
              <p:cNvPr id="17" name="Google Shape;17;p2"/>
              <p:cNvCxnSpPr/>
              <p:nvPr/>
            </p:nvCxnSpPr>
            <p:spPr>
              <a:xfrm rot="10800000">
                <a:off x="8994900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144750" y="5023970"/>
                <a:ext cx="885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0" name="Google Shape;20;p2"/>
          <p:cNvSpPr/>
          <p:nvPr/>
        </p:nvSpPr>
        <p:spPr>
          <a:xfrm>
            <a:off x="8608329" y="4635625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813750" y="2138575"/>
            <a:ext cx="6508800" cy="157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813750" y="4056475"/>
            <a:ext cx="6508800" cy="38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r="89"/>
          <a:stretch/>
        </p:blipFill>
        <p:spPr>
          <a:xfrm rot="-5400000">
            <a:off x="-1897425" y="1894450"/>
            <a:ext cx="5144975" cy="135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/>
          <p:nvPr/>
        </p:nvSpPr>
        <p:spPr>
          <a:xfrm>
            <a:off x="8608329" y="109810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" name="Google Shape;27;p3"/>
          <p:cNvGrpSpPr/>
          <p:nvPr/>
        </p:nvGrpSpPr>
        <p:grpSpPr>
          <a:xfrm>
            <a:off x="142950" y="104701"/>
            <a:ext cx="8856358" cy="4921799"/>
            <a:chOff x="142950" y="104701"/>
            <a:chExt cx="8856358" cy="4921799"/>
          </a:xfrm>
        </p:grpSpPr>
        <p:grpSp>
          <p:nvGrpSpPr>
            <p:cNvPr id="28" name="Google Shape;28;p3"/>
            <p:cNvGrpSpPr/>
            <p:nvPr/>
          </p:nvGrpSpPr>
          <p:grpSpPr>
            <a:xfrm rot="-5400000">
              <a:off x="2715571" y="-1257237"/>
              <a:ext cx="4919112" cy="7648362"/>
              <a:chOff x="142957" y="1835400"/>
              <a:chExt cx="8852100" cy="3193204"/>
            </a:xfrm>
          </p:grpSpPr>
          <p:cxnSp>
            <p:nvCxnSpPr>
              <p:cNvPr id="29" name="Google Shape;29;p3"/>
              <p:cNvCxnSpPr/>
              <p:nvPr/>
            </p:nvCxnSpPr>
            <p:spPr>
              <a:xfrm rot="10800000">
                <a:off x="8990896" y="1835404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3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3"/>
              <p:cNvCxnSpPr/>
              <p:nvPr/>
            </p:nvCxnSpPr>
            <p:spPr>
              <a:xfrm>
                <a:off x="142957" y="5026963"/>
                <a:ext cx="885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2" name="Google Shape;32;p3"/>
            <p:cNvGrpSpPr/>
            <p:nvPr/>
          </p:nvGrpSpPr>
          <p:grpSpPr>
            <a:xfrm rot="-5400000">
              <a:off x="-1711419" y="1959070"/>
              <a:ext cx="4919099" cy="1210361"/>
              <a:chOff x="147825" y="9188"/>
              <a:chExt cx="8847300" cy="1837500"/>
            </a:xfrm>
          </p:grpSpPr>
          <p:cxnSp>
            <p:nvCxnSpPr>
              <p:cNvPr id="33" name="Google Shape;33;p3"/>
              <p:cNvCxnSpPr/>
              <p:nvPr/>
            </p:nvCxnSpPr>
            <p:spPr>
              <a:xfrm>
                <a:off x="148025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3"/>
              <p:cNvCxnSpPr/>
              <p:nvPr/>
            </p:nvCxnSpPr>
            <p:spPr>
              <a:xfrm>
                <a:off x="8986484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3"/>
              <p:cNvCxnSpPr/>
              <p:nvPr/>
            </p:nvCxnSpPr>
            <p:spPr>
              <a:xfrm rot="10800000">
                <a:off x="147825" y="17337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6" name="Google Shape;36;p3"/>
          <p:cNvSpPr txBox="1">
            <a:spLocks noGrp="1"/>
          </p:cNvSpPr>
          <p:nvPr>
            <p:ph type="title"/>
          </p:nvPr>
        </p:nvSpPr>
        <p:spPr>
          <a:xfrm>
            <a:off x="1941200" y="2076663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title" idx="2" hasCustomPrompt="1"/>
          </p:nvPr>
        </p:nvSpPr>
        <p:spPr>
          <a:xfrm>
            <a:off x="1941200" y="1224188"/>
            <a:ext cx="50676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7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7"/>
          <p:cNvPicPr preferRelativeResize="0"/>
          <p:nvPr/>
        </p:nvPicPr>
        <p:blipFill rotWithShape="1">
          <a:blip r:embed="rId3">
            <a:alphaModFix/>
          </a:blip>
          <a:srcRect r="89"/>
          <a:stretch/>
        </p:blipFill>
        <p:spPr>
          <a:xfrm>
            <a:off x="0" y="-2575"/>
            <a:ext cx="9144003" cy="19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7"/>
          <p:cNvGrpSpPr/>
          <p:nvPr/>
        </p:nvGrpSpPr>
        <p:grpSpPr>
          <a:xfrm>
            <a:off x="142950" y="105163"/>
            <a:ext cx="8856300" cy="4923825"/>
            <a:chOff x="142950" y="105163"/>
            <a:chExt cx="8856300" cy="4923825"/>
          </a:xfrm>
        </p:grpSpPr>
        <p:grpSp>
          <p:nvGrpSpPr>
            <p:cNvPr id="89" name="Google Shape;89;p7"/>
            <p:cNvGrpSpPr/>
            <p:nvPr/>
          </p:nvGrpSpPr>
          <p:grpSpPr>
            <a:xfrm>
              <a:off x="147825" y="105163"/>
              <a:ext cx="8847300" cy="82504"/>
              <a:chOff x="147825" y="9188"/>
              <a:chExt cx="8847300" cy="1837500"/>
            </a:xfrm>
          </p:grpSpPr>
          <p:cxnSp>
            <p:nvCxnSpPr>
              <p:cNvPr id="90" name="Google Shape;90;p7"/>
              <p:cNvCxnSpPr/>
              <p:nvPr/>
            </p:nvCxnSpPr>
            <p:spPr>
              <a:xfrm>
                <a:off x="148025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" name="Google Shape;91;p7"/>
              <p:cNvCxnSpPr/>
              <p:nvPr/>
            </p:nvCxnSpPr>
            <p:spPr>
              <a:xfrm>
                <a:off x="8995050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7"/>
              <p:cNvCxnSpPr/>
              <p:nvPr/>
            </p:nvCxnSpPr>
            <p:spPr>
              <a:xfrm rot="10800000">
                <a:off x="147825" y="114900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3" name="Google Shape;93;p7"/>
            <p:cNvGrpSpPr/>
            <p:nvPr/>
          </p:nvGrpSpPr>
          <p:grpSpPr>
            <a:xfrm>
              <a:off x="142950" y="187778"/>
              <a:ext cx="8856300" cy="4841211"/>
              <a:chOff x="142950" y="1835400"/>
              <a:chExt cx="8856300" cy="3193200"/>
            </a:xfrm>
          </p:grpSpPr>
          <p:cxnSp>
            <p:nvCxnSpPr>
              <p:cNvPr id="94" name="Google Shape;94;p7"/>
              <p:cNvCxnSpPr/>
              <p:nvPr/>
            </p:nvCxnSpPr>
            <p:spPr>
              <a:xfrm rot="10800000">
                <a:off x="8994900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" name="Google Shape;95;p7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" name="Google Shape;96;p7"/>
              <p:cNvCxnSpPr/>
              <p:nvPr/>
            </p:nvCxnSpPr>
            <p:spPr>
              <a:xfrm>
                <a:off x="142950" y="5025731"/>
                <a:ext cx="885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7" name="Google Shape;97;p7"/>
          <p:cNvSpPr/>
          <p:nvPr/>
        </p:nvSpPr>
        <p:spPr>
          <a:xfrm>
            <a:off x="8608329" y="4638014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18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8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8"/>
          <p:cNvPicPr preferRelativeResize="0"/>
          <p:nvPr/>
        </p:nvPicPr>
        <p:blipFill rotWithShape="1">
          <a:blip r:embed="rId3">
            <a:alphaModFix/>
          </a:blip>
          <a:srcRect r="79"/>
          <a:stretch/>
        </p:blipFill>
        <p:spPr>
          <a:xfrm rot="10800000" flipH="1">
            <a:off x="0" y="4035325"/>
            <a:ext cx="9144003" cy="111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8"/>
          <p:cNvGrpSpPr/>
          <p:nvPr/>
        </p:nvGrpSpPr>
        <p:grpSpPr>
          <a:xfrm>
            <a:off x="144750" y="114728"/>
            <a:ext cx="8850375" cy="4909546"/>
            <a:chOff x="144750" y="114728"/>
            <a:chExt cx="8850375" cy="4909546"/>
          </a:xfrm>
        </p:grpSpPr>
        <p:grpSp>
          <p:nvGrpSpPr>
            <p:cNvPr id="104" name="Google Shape;104;p8"/>
            <p:cNvGrpSpPr/>
            <p:nvPr/>
          </p:nvGrpSpPr>
          <p:grpSpPr>
            <a:xfrm rot="10800000" flipH="1">
              <a:off x="147825" y="4025851"/>
              <a:ext cx="8847300" cy="998424"/>
              <a:chOff x="147825" y="109675"/>
              <a:chExt cx="8847300" cy="1737900"/>
            </a:xfrm>
          </p:grpSpPr>
          <p:cxnSp>
            <p:nvCxnSpPr>
              <p:cNvPr id="105" name="Google Shape;105;p8"/>
              <p:cNvCxnSpPr/>
              <p:nvPr/>
            </p:nvCxnSpPr>
            <p:spPr>
              <a:xfrm>
                <a:off x="148025" y="109675"/>
                <a:ext cx="0" cy="1737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8"/>
              <p:cNvCxnSpPr/>
              <p:nvPr/>
            </p:nvCxnSpPr>
            <p:spPr>
              <a:xfrm>
                <a:off x="8995050" y="109675"/>
                <a:ext cx="0" cy="1737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8"/>
              <p:cNvCxnSpPr/>
              <p:nvPr/>
            </p:nvCxnSpPr>
            <p:spPr>
              <a:xfrm rot="10800000">
                <a:off x="147825" y="117987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8" name="Google Shape;108;p8"/>
            <p:cNvGrpSpPr/>
            <p:nvPr/>
          </p:nvGrpSpPr>
          <p:grpSpPr>
            <a:xfrm rot="10800000" flipH="1">
              <a:off x="144750" y="114728"/>
              <a:ext cx="8850300" cy="3920611"/>
              <a:chOff x="144750" y="1835400"/>
              <a:chExt cx="8850300" cy="3193200"/>
            </a:xfrm>
          </p:grpSpPr>
          <p:cxnSp>
            <p:nvCxnSpPr>
              <p:cNvPr id="109" name="Google Shape;109;p8"/>
              <p:cNvCxnSpPr/>
              <p:nvPr/>
            </p:nvCxnSpPr>
            <p:spPr>
              <a:xfrm rot="10800000">
                <a:off x="8994900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" name="Google Shape;110;p8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8"/>
              <p:cNvCxnSpPr/>
              <p:nvPr/>
            </p:nvCxnSpPr>
            <p:spPr>
              <a:xfrm>
                <a:off x="144750" y="5024830"/>
                <a:ext cx="885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2" name="Google Shape;112;p8"/>
          <p:cNvSpPr/>
          <p:nvPr/>
        </p:nvSpPr>
        <p:spPr>
          <a:xfrm rot="10800000" flipH="1">
            <a:off x="147829" y="119753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8"/>
          <p:cNvSpPr txBox="1">
            <a:spLocks noGrp="1"/>
          </p:cNvSpPr>
          <p:nvPr>
            <p:ph type="title"/>
          </p:nvPr>
        </p:nvSpPr>
        <p:spPr>
          <a:xfrm>
            <a:off x="1768550" y="1202825"/>
            <a:ext cx="5607000" cy="18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3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10043"/>
            <a:ext cx="870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162343"/>
            <a:ext cx="870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80" y="1310043"/>
            <a:ext cx="870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80" y="3162343"/>
            <a:ext cx="870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310043"/>
            <a:ext cx="870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6" name="Google Shape;156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3162343"/>
            <a:ext cx="870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7" name="Google Shape;157;p13"/>
          <p:cNvSpPr txBox="1">
            <a:spLocks noGrp="1"/>
          </p:cNvSpPr>
          <p:nvPr>
            <p:ph type="subTitle" idx="1"/>
          </p:nvPr>
        </p:nvSpPr>
        <p:spPr>
          <a:xfrm>
            <a:off x="720000" y="226683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subTitle" idx="8"/>
          </p:nvPr>
        </p:nvSpPr>
        <p:spPr>
          <a:xfrm>
            <a:off x="3419271" y="226683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subTitle" idx="9"/>
          </p:nvPr>
        </p:nvSpPr>
        <p:spPr>
          <a:xfrm>
            <a:off x="6118549" y="226683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13"/>
          </p:nvPr>
        </p:nvSpPr>
        <p:spPr>
          <a:xfrm>
            <a:off x="720000" y="411919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14"/>
          </p:nvPr>
        </p:nvSpPr>
        <p:spPr>
          <a:xfrm>
            <a:off x="3419271" y="411919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15"/>
          </p:nvPr>
        </p:nvSpPr>
        <p:spPr>
          <a:xfrm>
            <a:off x="6118549" y="411919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pic>
        <p:nvPicPr>
          <p:cNvPr id="163" name="Google Shape;163;p13"/>
          <p:cNvPicPr preferRelativeResize="0"/>
          <p:nvPr/>
        </p:nvPicPr>
        <p:blipFill rotWithShape="1">
          <a:blip r:embed="rId3">
            <a:alphaModFix/>
          </a:blip>
          <a:srcRect r="89"/>
          <a:stretch/>
        </p:blipFill>
        <p:spPr>
          <a:xfrm rot="-5400000">
            <a:off x="-2429288" y="2425112"/>
            <a:ext cx="5144975" cy="29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3"/>
          <p:cNvSpPr/>
          <p:nvPr/>
        </p:nvSpPr>
        <p:spPr>
          <a:xfrm>
            <a:off x="8608329" y="106835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5" name="Google Shape;165;p13"/>
          <p:cNvGrpSpPr/>
          <p:nvPr/>
        </p:nvGrpSpPr>
        <p:grpSpPr>
          <a:xfrm>
            <a:off x="142950" y="104695"/>
            <a:ext cx="8856550" cy="4921805"/>
            <a:chOff x="142950" y="104695"/>
            <a:chExt cx="8856550" cy="4921805"/>
          </a:xfrm>
        </p:grpSpPr>
        <p:grpSp>
          <p:nvGrpSpPr>
            <p:cNvPr id="166" name="Google Shape;166;p13"/>
            <p:cNvGrpSpPr/>
            <p:nvPr/>
          </p:nvGrpSpPr>
          <p:grpSpPr>
            <a:xfrm rot="-5400000">
              <a:off x="2184683" y="-1788317"/>
              <a:ext cx="4921768" cy="8707867"/>
              <a:chOff x="142957" y="1835400"/>
              <a:chExt cx="8852100" cy="3193204"/>
            </a:xfrm>
          </p:grpSpPr>
          <p:cxnSp>
            <p:nvCxnSpPr>
              <p:cNvPr id="167" name="Google Shape;167;p13"/>
              <p:cNvCxnSpPr/>
              <p:nvPr/>
            </p:nvCxnSpPr>
            <p:spPr>
              <a:xfrm rot="10800000">
                <a:off x="8990918" y="1835404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" name="Google Shape;168;p13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" name="Google Shape;169;p13"/>
              <p:cNvCxnSpPr/>
              <p:nvPr/>
            </p:nvCxnSpPr>
            <p:spPr>
              <a:xfrm>
                <a:off x="142957" y="5026963"/>
                <a:ext cx="885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70" name="Google Shape;170;p13"/>
            <p:cNvGrpSpPr/>
            <p:nvPr/>
          </p:nvGrpSpPr>
          <p:grpSpPr>
            <a:xfrm rot="-5400000">
              <a:off x="-2242364" y="2490009"/>
              <a:ext cx="4919099" cy="148470"/>
              <a:chOff x="147825" y="9188"/>
              <a:chExt cx="8847300" cy="1837500"/>
            </a:xfrm>
          </p:grpSpPr>
          <p:cxnSp>
            <p:nvCxnSpPr>
              <p:cNvPr id="171" name="Google Shape;171;p13"/>
              <p:cNvCxnSpPr/>
              <p:nvPr/>
            </p:nvCxnSpPr>
            <p:spPr>
              <a:xfrm>
                <a:off x="148025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2" name="Google Shape;172;p13"/>
              <p:cNvCxnSpPr/>
              <p:nvPr/>
            </p:nvCxnSpPr>
            <p:spPr>
              <a:xfrm>
                <a:off x="8991273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" name="Google Shape;173;p13"/>
              <p:cNvCxnSpPr/>
              <p:nvPr/>
            </p:nvCxnSpPr>
            <p:spPr>
              <a:xfrm rot="10800000">
                <a:off x="147825" y="70655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5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5"/>
          <p:cNvPicPr preferRelativeResize="0"/>
          <p:nvPr/>
        </p:nvPicPr>
        <p:blipFill rotWithShape="1">
          <a:blip r:embed="rId3">
            <a:alphaModFix/>
          </a:blip>
          <a:srcRect r="89"/>
          <a:stretch/>
        </p:blipFill>
        <p:spPr>
          <a:xfrm rot="5400000" flipH="1">
            <a:off x="5894787" y="1894362"/>
            <a:ext cx="5144975" cy="13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5"/>
          <p:cNvSpPr/>
          <p:nvPr/>
        </p:nvSpPr>
        <p:spPr>
          <a:xfrm flipH="1">
            <a:off x="147229" y="109810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3" name="Google Shape;193;p15"/>
          <p:cNvGrpSpPr/>
          <p:nvPr/>
        </p:nvGrpSpPr>
        <p:grpSpPr>
          <a:xfrm>
            <a:off x="142950" y="104701"/>
            <a:ext cx="8856358" cy="4921799"/>
            <a:chOff x="142950" y="104701"/>
            <a:chExt cx="8856358" cy="4921799"/>
          </a:xfrm>
        </p:grpSpPr>
        <p:grpSp>
          <p:nvGrpSpPr>
            <p:cNvPr id="194" name="Google Shape;194;p15"/>
            <p:cNvGrpSpPr/>
            <p:nvPr/>
          </p:nvGrpSpPr>
          <p:grpSpPr>
            <a:xfrm rot="5400000" flipH="1">
              <a:off x="1507575" y="-1257237"/>
              <a:ext cx="4919112" cy="7648362"/>
              <a:chOff x="142957" y="1835400"/>
              <a:chExt cx="8852100" cy="3193204"/>
            </a:xfrm>
          </p:grpSpPr>
          <p:cxnSp>
            <p:nvCxnSpPr>
              <p:cNvPr id="195" name="Google Shape;195;p15"/>
              <p:cNvCxnSpPr/>
              <p:nvPr/>
            </p:nvCxnSpPr>
            <p:spPr>
              <a:xfrm rot="10800000">
                <a:off x="8990896" y="1835404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" name="Google Shape;196;p15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" name="Google Shape;197;p15"/>
              <p:cNvCxnSpPr/>
              <p:nvPr/>
            </p:nvCxnSpPr>
            <p:spPr>
              <a:xfrm>
                <a:off x="142957" y="5026963"/>
                <a:ext cx="885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8" name="Google Shape;198;p15"/>
            <p:cNvGrpSpPr/>
            <p:nvPr/>
          </p:nvGrpSpPr>
          <p:grpSpPr>
            <a:xfrm rot="5400000" flipH="1">
              <a:off x="5934578" y="1959070"/>
              <a:ext cx="4919099" cy="1210361"/>
              <a:chOff x="147825" y="9188"/>
              <a:chExt cx="8847300" cy="1837500"/>
            </a:xfrm>
          </p:grpSpPr>
          <p:cxnSp>
            <p:nvCxnSpPr>
              <p:cNvPr id="199" name="Google Shape;199;p15"/>
              <p:cNvCxnSpPr/>
              <p:nvPr/>
            </p:nvCxnSpPr>
            <p:spPr>
              <a:xfrm>
                <a:off x="148025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0" name="Google Shape;200;p15"/>
              <p:cNvCxnSpPr/>
              <p:nvPr/>
            </p:nvCxnSpPr>
            <p:spPr>
              <a:xfrm>
                <a:off x="8986484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1" name="Google Shape;201;p15"/>
              <p:cNvCxnSpPr/>
              <p:nvPr/>
            </p:nvCxnSpPr>
            <p:spPr>
              <a:xfrm rot="10800000">
                <a:off x="147825" y="17337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02" name="Google Shape;202;p15"/>
          <p:cNvSpPr txBox="1">
            <a:spLocks noGrp="1"/>
          </p:cNvSpPr>
          <p:nvPr>
            <p:ph type="title"/>
          </p:nvPr>
        </p:nvSpPr>
        <p:spPr>
          <a:xfrm>
            <a:off x="1932425" y="2261650"/>
            <a:ext cx="50358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 idx="2" hasCustomPrompt="1"/>
          </p:nvPr>
        </p:nvSpPr>
        <p:spPr>
          <a:xfrm>
            <a:off x="5316125" y="1393653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7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7"/>
          <p:cNvPicPr preferRelativeResize="0"/>
          <p:nvPr/>
        </p:nvPicPr>
        <p:blipFill rotWithShape="1">
          <a:blip r:embed="rId3">
            <a:alphaModFix/>
          </a:blip>
          <a:srcRect r="89"/>
          <a:stretch/>
        </p:blipFill>
        <p:spPr>
          <a:xfrm>
            <a:off x="0" y="-2575"/>
            <a:ext cx="9144003" cy="19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17"/>
          <p:cNvGrpSpPr/>
          <p:nvPr/>
        </p:nvGrpSpPr>
        <p:grpSpPr>
          <a:xfrm>
            <a:off x="142950" y="105163"/>
            <a:ext cx="8856300" cy="4923825"/>
            <a:chOff x="142950" y="105163"/>
            <a:chExt cx="8856300" cy="4923825"/>
          </a:xfrm>
        </p:grpSpPr>
        <p:grpSp>
          <p:nvGrpSpPr>
            <p:cNvPr id="222" name="Google Shape;222;p17"/>
            <p:cNvGrpSpPr/>
            <p:nvPr/>
          </p:nvGrpSpPr>
          <p:grpSpPr>
            <a:xfrm>
              <a:off x="147825" y="105163"/>
              <a:ext cx="8847300" cy="82504"/>
              <a:chOff x="147825" y="9188"/>
              <a:chExt cx="8847300" cy="1837500"/>
            </a:xfrm>
          </p:grpSpPr>
          <p:cxnSp>
            <p:nvCxnSpPr>
              <p:cNvPr id="223" name="Google Shape;223;p17"/>
              <p:cNvCxnSpPr/>
              <p:nvPr/>
            </p:nvCxnSpPr>
            <p:spPr>
              <a:xfrm>
                <a:off x="148025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4" name="Google Shape;224;p17"/>
              <p:cNvCxnSpPr/>
              <p:nvPr/>
            </p:nvCxnSpPr>
            <p:spPr>
              <a:xfrm>
                <a:off x="8995050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17"/>
              <p:cNvCxnSpPr/>
              <p:nvPr/>
            </p:nvCxnSpPr>
            <p:spPr>
              <a:xfrm rot="10800000">
                <a:off x="147825" y="114900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26" name="Google Shape;226;p17"/>
            <p:cNvGrpSpPr/>
            <p:nvPr/>
          </p:nvGrpSpPr>
          <p:grpSpPr>
            <a:xfrm>
              <a:off x="142950" y="187778"/>
              <a:ext cx="8856300" cy="4841211"/>
              <a:chOff x="142950" y="1835400"/>
              <a:chExt cx="8856300" cy="3193200"/>
            </a:xfrm>
          </p:grpSpPr>
          <p:cxnSp>
            <p:nvCxnSpPr>
              <p:cNvPr id="227" name="Google Shape;227;p17"/>
              <p:cNvCxnSpPr/>
              <p:nvPr/>
            </p:nvCxnSpPr>
            <p:spPr>
              <a:xfrm rot="10800000">
                <a:off x="8994900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17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17"/>
              <p:cNvCxnSpPr/>
              <p:nvPr/>
            </p:nvCxnSpPr>
            <p:spPr>
              <a:xfrm>
                <a:off x="142950" y="5025731"/>
                <a:ext cx="885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30" name="Google Shape;230;p17"/>
          <p:cNvSpPr/>
          <p:nvPr/>
        </p:nvSpPr>
        <p:spPr>
          <a:xfrm>
            <a:off x="8608329" y="4638014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3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8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8"/>
          <p:cNvPicPr preferRelativeResize="0"/>
          <p:nvPr/>
        </p:nvPicPr>
        <p:blipFill rotWithShape="1">
          <a:blip r:embed="rId3">
            <a:alphaModFix/>
          </a:blip>
          <a:srcRect r="89"/>
          <a:stretch/>
        </p:blipFill>
        <p:spPr>
          <a:xfrm rot="10800000" flipH="1">
            <a:off x="0" y="4955801"/>
            <a:ext cx="9144003" cy="190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18"/>
          <p:cNvGrpSpPr/>
          <p:nvPr/>
        </p:nvGrpSpPr>
        <p:grpSpPr>
          <a:xfrm>
            <a:off x="142950" y="103825"/>
            <a:ext cx="8856300" cy="4934500"/>
            <a:chOff x="142950" y="103825"/>
            <a:chExt cx="8856300" cy="4934500"/>
          </a:xfrm>
        </p:grpSpPr>
        <p:grpSp>
          <p:nvGrpSpPr>
            <p:cNvPr id="236" name="Google Shape;236;p18"/>
            <p:cNvGrpSpPr/>
            <p:nvPr/>
          </p:nvGrpSpPr>
          <p:grpSpPr>
            <a:xfrm rot="10800000" flipH="1">
              <a:off x="147825" y="4955821"/>
              <a:ext cx="8847300" cy="82504"/>
              <a:chOff x="147825" y="9188"/>
              <a:chExt cx="8847300" cy="1837500"/>
            </a:xfrm>
          </p:grpSpPr>
          <p:cxnSp>
            <p:nvCxnSpPr>
              <p:cNvPr id="237" name="Google Shape;237;p18"/>
              <p:cNvCxnSpPr/>
              <p:nvPr/>
            </p:nvCxnSpPr>
            <p:spPr>
              <a:xfrm>
                <a:off x="148025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8" name="Google Shape;238;p18"/>
              <p:cNvCxnSpPr/>
              <p:nvPr/>
            </p:nvCxnSpPr>
            <p:spPr>
              <a:xfrm>
                <a:off x="8995050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9" name="Google Shape;239;p18"/>
              <p:cNvCxnSpPr/>
              <p:nvPr/>
            </p:nvCxnSpPr>
            <p:spPr>
              <a:xfrm rot="10800000">
                <a:off x="147825" y="114900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0" name="Google Shape;240;p18"/>
            <p:cNvGrpSpPr/>
            <p:nvPr/>
          </p:nvGrpSpPr>
          <p:grpSpPr>
            <a:xfrm rot="10800000" flipH="1">
              <a:off x="142950" y="103825"/>
              <a:ext cx="8856300" cy="4852126"/>
              <a:chOff x="142950" y="1835241"/>
              <a:chExt cx="8856300" cy="3200400"/>
            </a:xfrm>
          </p:grpSpPr>
          <p:cxnSp>
            <p:nvCxnSpPr>
              <p:cNvPr id="241" name="Google Shape;241;p18"/>
              <p:cNvCxnSpPr/>
              <p:nvPr/>
            </p:nvCxnSpPr>
            <p:spPr>
              <a:xfrm rot="10800000">
                <a:off x="8994900" y="1835241"/>
                <a:ext cx="0" cy="32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2" name="Google Shape;242;p18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3" name="Google Shape;243;p18"/>
              <p:cNvCxnSpPr/>
              <p:nvPr/>
            </p:nvCxnSpPr>
            <p:spPr>
              <a:xfrm>
                <a:off x="142950" y="5034767"/>
                <a:ext cx="885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44" name="Google Shape;244;p18"/>
          <p:cNvSpPr/>
          <p:nvPr/>
        </p:nvSpPr>
        <p:spPr>
          <a:xfrm rot="10800000" flipH="1">
            <a:off x="147829" y="105174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4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4"/>
          <p:cNvPicPr preferRelativeResize="0"/>
          <p:nvPr/>
        </p:nvPicPr>
        <p:blipFill rotWithShape="1">
          <a:blip r:embed="rId3">
            <a:alphaModFix/>
          </a:blip>
          <a:srcRect r="89"/>
          <a:stretch/>
        </p:blipFill>
        <p:spPr>
          <a:xfrm rot="-5400000">
            <a:off x="-2428688" y="2425713"/>
            <a:ext cx="5144975" cy="2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4"/>
          <p:cNvSpPr/>
          <p:nvPr/>
        </p:nvSpPr>
        <p:spPr>
          <a:xfrm>
            <a:off x="8608329" y="106835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26" name="Google Shape;326;p24"/>
          <p:cNvGrpSpPr/>
          <p:nvPr/>
        </p:nvGrpSpPr>
        <p:grpSpPr>
          <a:xfrm>
            <a:off x="142950" y="104695"/>
            <a:ext cx="8856550" cy="4921805"/>
            <a:chOff x="142950" y="104695"/>
            <a:chExt cx="8856550" cy="4921805"/>
          </a:xfrm>
        </p:grpSpPr>
        <p:grpSp>
          <p:nvGrpSpPr>
            <p:cNvPr id="327" name="Google Shape;327;p24"/>
            <p:cNvGrpSpPr/>
            <p:nvPr/>
          </p:nvGrpSpPr>
          <p:grpSpPr>
            <a:xfrm rot="-5400000">
              <a:off x="2184683" y="-1788317"/>
              <a:ext cx="4921768" cy="8707867"/>
              <a:chOff x="142957" y="1835400"/>
              <a:chExt cx="8852100" cy="3193204"/>
            </a:xfrm>
          </p:grpSpPr>
          <p:cxnSp>
            <p:nvCxnSpPr>
              <p:cNvPr id="328" name="Google Shape;328;p24"/>
              <p:cNvCxnSpPr/>
              <p:nvPr/>
            </p:nvCxnSpPr>
            <p:spPr>
              <a:xfrm rot="10800000">
                <a:off x="8990918" y="1835404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" name="Google Shape;329;p24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" name="Google Shape;330;p24"/>
              <p:cNvCxnSpPr/>
              <p:nvPr/>
            </p:nvCxnSpPr>
            <p:spPr>
              <a:xfrm>
                <a:off x="142957" y="5026963"/>
                <a:ext cx="885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31" name="Google Shape;331;p24"/>
            <p:cNvGrpSpPr/>
            <p:nvPr/>
          </p:nvGrpSpPr>
          <p:grpSpPr>
            <a:xfrm rot="-5400000">
              <a:off x="-2242364" y="2490009"/>
              <a:ext cx="4919099" cy="148470"/>
              <a:chOff x="147825" y="9188"/>
              <a:chExt cx="8847300" cy="1837500"/>
            </a:xfrm>
          </p:grpSpPr>
          <p:cxnSp>
            <p:nvCxnSpPr>
              <p:cNvPr id="332" name="Google Shape;332;p24"/>
              <p:cNvCxnSpPr/>
              <p:nvPr/>
            </p:nvCxnSpPr>
            <p:spPr>
              <a:xfrm>
                <a:off x="148025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" name="Google Shape;333;p24"/>
              <p:cNvCxnSpPr/>
              <p:nvPr/>
            </p:nvCxnSpPr>
            <p:spPr>
              <a:xfrm>
                <a:off x="8991273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" name="Google Shape;334;p24"/>
              <p:cNvCxnSpPr/>
              <p:nvPr/>
            </p:nvCxnSpPr>
            <p:spPr>
              <a:xfrm rot="10800000">
                <a:off x="147825" y="70655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35" name="Google Shape;33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4"/>
          <p:cNvSpPr txBox="1">
            <a:spLocks noGrp="1"/>
          </p:cNvSpPr>
          <p:nvPr>
            <p:ph type="subTitle" idx="1"/>
          </p:nvPr>
        </p:nvSpPr>
        <p:spPr>
          <a:xfrm>
            <a:off x="5028530" y="2367525"/>
            <a:ext cx="2549400" cy="18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4"/>
          <p:cNvSpPr txBox="1">
            <a:spLocks noGrp="1"/>
          </p:cNvSpPr>
          <p:nvPr>
            <p:ph type="subTitle" idx="2"/>
          </p:nvPr>
        </p:nvSpPr>
        <p:spPr>
          <a:xfrm>
            <a:off x="1566000" y="2367525"/>
            <a:ext cx="2549400" cy="18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4"/>
          <p:cNvSpPr txBox="1">
            <a:spLocks noGrp="1"/>
          </p:cNvSpPr>
          <p:nvPr>
            <p:ph type="subTitle" idx="3"/>
          </p:nvPr>
        </p:nvSpPr>
        <p:spPr>
          <a:xfrm>
            <a:off x="1566001" y="1808625"/>
            <a:ext cx="254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sp>
        <p:nvSpPr>
          <p:cNvPr id="339" name="Google Shape;339;p24"/>
          <p:cNvSpPr txBox="1">
            <a:spLocks noGrp="1"/>
          </p:cNvSpPr>
          <p:nvPr>
            <p:ph type="subTitle" idx="4"/>
          </p:nvPr>
        </p:nvSpPr>
        <p:spPr>
          <a:xfrm>
            <a:off x="5028555" y="1808625"/>
            <a:ext cx="254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5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5"/>
          <p:cNvSpPr txBox="1">
            <a:spLocks noGrp="1"/>
          </p:cNvSpPr>
          <p:nvPr>
            <p:ph type="subTitle" idx="1"/>
          </p:nvPr>
        </p:nvSpPr>
        <p:spPr>
          <a:xfrm>
            <a:off x="4959625" y="1534475"/>
            <a:ext cx="3135600" cy="220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25"/>
          <p:cNvSpPr txBox="1">
            <a:spLocks noGrp="1"/>
          </p:cNvSpPr>
          <p:nvPr>
            <p:ph type="subTitle" idx="2"/>
          </p:nvPr>
        </p:nvSpPr>
        <p:spPr>
          <a:xfrm>
            <a:off x="1048750" y="1534475"/>
            <a:ext cx="3135600" cy="220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345" name="Google Shape;345;p25"/>
          <p:cNvPicPr preferRelativeResize="0"/>
          <p:nvPr/>
        </p:nvPicPr>
        <p:blipFill rotWithShape="1">
          <a:blip r:embed="rId3">
            <a:alphaModFix/>
          </a:blip>
          <a:srcRect r="89"/>
          <a:stretch/>
        </p:blipFill>
        <p:spPr>
          <a:xfrm rot="10800000" flipH="1">
            <a:off x="0" y="4955801"/>
            <a:ext cx="9144003" cy="19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6" name="Google Shape;346;p25"/>
          <p:cNvGrpSpPr/>
          <p:nvPr/>
        </p:nvGrpSpPr>
        <p:grpSpPr>
          <a:xfrm>
            <a:off x="142950" y="103825"/>
            <a:ext cx="8856300" cy="4934500"/>
            <a:chOff x="142950" y="103825"/>
            <a:chExt cx="8856300" cy="4934500"/>
          </a:xfrm>
        </p:grpSpPr>
        <p:grpSp>
          <p:nvGrpSpPr>
            <p:cNvPr id="347" name="Google Shape;347;p25"/>
            <p:cNvGrpSpPr/>
            <p:nvPr/>
          </p:nvGrpSpPr>
          <p:grpSpPr>
            <a:xfrm rot="10800000" flipH="1">
              <a:off x="147825" y="4955821"/>
              <a:ext cx="8847300" cy="82504"/>
              <a:chOff x="147825" y="9188"/>
              <a:chExt cx="8847300" cy="1837500"/>
            </a:xfrm>
          </p:grpSpPr>
          <p:cxnSp>
            <p:nvCxnSpPr>
              <p:cNvPr id="348" name="Google Shape;348;p25"/>
              <p:cNvCxnSpPr/>
              <p:nvPr/>
            </p:nvCxnSpPr>
            <p:spPr>
              <a:xfrm>
                <a:off x="148025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9" name="Google Shape;349;p25"/>
              <p:cNvCxnSpPr/>
              <p:nvPr/>
            </p:nvCxnSpPr>
            <p:spPr>
              <a:xfrm>
                <a:off x="8995050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25"/>
              <p:cNvCxnSpPr/>
              <p:nvPr/>
            </p:nvCxnSpPr>
            <p:spPr>
              <a:xfrm rot="10800000">
                <a:off x="147825" y="114900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1" name="Google Shape;351;p25"/>
            <p:cNvGrpSpPr/>
            <p:nvPr/>
          </p:nvGrpSpPr>
          <p:grpSpPr>
            <a:xfrm rot="10800000" flipH="1">
              <a:off x="142950" y="103825"/>
              <a:ext cx="8856300" cy="4852126"/>
              <a:chOff x="142950" y="1835241"/>
              <a:chExt cx="8856300" cy="3200400"/>
            </a:xfrm>
          </p:grpSpPr>
          <p:cxnSp>
            <p:nvCxnSpPr>
              <p:cNvPr id="352" name="Google Shape;352;p25"/>
              <p:cNvCxnSpPr/>
              <p:nvPr/>
            </p:nvCxnSpPr>
            <p:spPr>
              <a:xfrm rot="10800000">
                <a:off x="8994900" y="1835241"/>
                <a:ext cx="0" cy="32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25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4" name="Google Shape;354;p25"/>
              <p:cNvCxnSpPr/>
              <p:nvPr/>
            </p:nvCxnSpPr>
            <p:spPr>
              <a:xfrm>
                <a:off x="142950" y="5034767"/>
                <a:ext cx="885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55" name="Google Shape;355;p25"/>
          <p:cNvSpPr/>
          <p:nvPr/>
        </p:nvSpPr>
        <p:spPr>
          <a:xfrm rot="10800000" flipH="1">
            <a:off x="147829" y="105174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6"/>
          <p:cNvPicPr preferRelativeResize="0"/>
          <p:nvPr/>
        </p:nvPicPr>
        <p:blipFill rotWithShape="1">
          <a:blip r:embed="rId3">
            <a:alphaModFix/>
          </a:blip>
          <a:srcRect r="89"/>
          <a:stretch/>
        </p:blipFill>
        <p:spPr>
          <a:xfrm rot="5400000" flipH="1">
            <a:off x="6427713" y="2425713"/>
            <a:ext cx="5144975" cy="2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6"/>
          <p:cNvSpPr/>
          <p:nvPr/>
        </p:nvSpPr>
        <p:spPr>
          <a:xfrm flipH="1">
            <a:off x="148971" y="106835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60" name="Google Shape;360;p26"/>
          <p:cNvGrpSpPr/>
          <p:nvPr/>
        </p:nvGrpSpPr>
        <p:grpSpPr>
          <a:xfrm>
            <a:off x="144500" y="104695"/>
            <a:ext cx="8856550" cy="4921805"/>
            <a:chOff x="144500" y="104695"/>
            <a:chExt cx="8856550" cy="4921805"/>
          </a:xfrm>
        </p:grpSpPr>
        <p:grpSp>
          <p:nvGrpSpPr>
            <p:cNvPr id="361" name="Google Shape;361;p26"/>
            <p:cNvGrpSpPr/>
            <p:nvPr/>
          </p:nvGrpSpPr>
          <p:grpSpPr>
            <a:xfrm rot="5400000" flipH="1">
              <a:off x="2037550" y="-1788317"/>
              <a:ext cx="4921768" cy="8707867"/>
              <a:chOff x="142957" y="1835400"/>
              <a:chExt cx="8852100" cy="3193204"/>
            </a:xfrm>
          </p:grpSpPr>
          <p:cxnSp>
            <p:nvCxnSpPr>
              <p:cNvPr id="362" name="Google Shape;362;p26"/>
              <p:cNvCxnSpPr/>
              <p:nvPr/>
            </p:nvCxnSpPr>
            <p:spPr>
              <a:xfrm rot="10800000">
                <a:off x="8990918" y="1835404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3" name="Google Shape;363;p26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4" name="Google Shape;364;p26"/>
              <p:cNvCxnSpPr/>
              <p:nvPr/>
            </p:nvCxnSpPr>
            <p:spPr>
              <a:xfrm>
                <a:off x="142957" y="5026963"/>
                <a:ext cx="885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65" name="Google Shape;365;p26"/>
            <p:cNvGrpSpPr/>
            <p:nvPr/>
          </p:nvGrpSpPr>
          <p:grpSpPr>
            <a:xfrm rot="5400000" flipH="1">
              <a:off x="6467265" y="2490009"/>
              <a:ext cx="4919099" cy="148470"/>
              <a:chOff x="147825" y="9188"/>
              <a:chExt cx="8847300" cy="1837500"/>
            </a:xfrm>
          </p:grpSpPr>
          <p:cxnSp>
            <p:nvCxnSpPr>
              <p:cNvPr id="366" name="Google Shape;366;p26"/>
              <p:cNvCxnSpPr/>
              <p:nvPr/>
            </p:nvCxnSpPr>
            <p:spPr>
              <a:xfrm>
                <a:off x="148025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7" name="Google Shape;367;p26"/>
              <p:cNvCxnSpPr/>
              <p:nvPr/>
            </p:nvCxnSpPr>
            <p:spPr>
              <a:xfrm>
                <a:off x="8991273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8" name="Google Shape;368;p26"/>
              <p:cNvCxnSpPr/>
              <p:nvPr/>
            </p:nvCxnSpPr>
            <p:spPr>
              <a:xfrm rot="10800000">
                <a:off x="147825" y="70655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69" name="Google Shape;369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26"/>
          <p:cNvSpPr txBox="1">
            <a:spLocks noGrp="1"/>
          </p:cNvSpPr>
          <p:nvPr>
            <p:ph type="subTitle" idx="1"/>
          </p:nvPr>
        </p:nvSpPr>
        <p:spPr>
          <a:xfrm>
            <a:off x="937625" y="2360152"/>
            <a:ext cx="21753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26"/>
          <p:cNvSpPr txBox="1">
            <a:spLocks noGrp="1"/>
          </p:cNvSpPr>
          <p:nvPr>
            <p:ph type="subTitle" idx="2"/>
          </p:nvPr>
        </p:nvSpPr>
        <p:spPr>
          <a:xfrm>
            <a:off x="3484347" y="2360152"/>
            <a:ext cx="21753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26"/>
          <p:cNvSpPr txBox="1">
            <a:spLocks noGrp="1"/>
          </p:cNvSpPr>
          <p:nvPr>
            <p:ph type="subTitle" idx="3"/>
          </p:nvPr>
        </p:nvSpPr>
        <p:spPr>
          <a:xfrm>
            <a:off x="6031075" y="2360152"/>
            <a:ext cx="21753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26"/>
          <p:cNvSpPr txBox="1">
            <a:spLocks noGrp="1"/>
          </p:cNvSpPr>
          <p:nvPr>
            <p:ph type="subTitle" idx="4"/>
          </p:nvPr>
        </p:nvSpPr>
        <p:spPr>
          <a:xfrm>
            <a:off x="937625" y="1933772"/>
            <a:ext cx="2175300" cy="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sp>
        <p:nvSpPr>
          <p:cNvPr id="374" name="Google Shape;374;p26"/>
          <p:cNvSpPr txBox="1">
            <a:spLocks noGrp="1"/>
          </p:cNvSpPr>
          <p:nvPr>
            <p:ph type="subTitle" idx="5"/>
          </p:nvPr>
        </p:nvSpPr>
        <p:spPr>
          <a:xfrm>
            <a:off x="3484350" y="1933772"/>
            <a:ext cx="2175300" cy="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sp>
        <p:nvSpPr>
          <p:cNvPr id="375" name="Google Shape;375;p26"/>
          <p:cNvSpPr txBox="1">
            <a:spLocks noGrp="1"/>
          </p:cNvSpPr>
          <p:nvPr>
            <p:ph type="subTitle" idx="6"/>
          </p:nvPr>
        </p:nvSpPr>
        <p:spPr>
          <a:xfrm>
            <a:off x="6031075" y="1933772"/>
            <a:ext cx="2175300" cy="4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 Black"/>
              <a:buNone/>
              <a:defRPr sz="24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7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7"/>
          <p:cNvPicPr preferRelativeResize="0"/>
          <p:nvPr/>
        </p:nvPicPr>
        <p:blipFill rotWithShape="1">
          <a:blip r:embed="rId3">
            <a:alphaModFix/>
          </a:blip>
          <a:srcRect r="89"/>
          <a:stretch/>
        </p:blipFill>
        <p:spPr>
          <a:xfrm rot="10800000" flipH="1">
            <a:off x="0" y="4955801"/>
            <a:ext cx="9144003" cy="191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9" name="Google Shape;379;p27"/>
          <p:cNvGrpSpPr/>
          <p:nvPr/>
        </p:nvGrpSpPr>
        <p:grpSpPr>
          <a:xfrm>
            <a:off x="142950" y="103825"/>
            <a:ext cx="8856300" cy="4934500"/>
            <a:chOff x="142950" y="103825"/>
            <a:chExt cx="8856300" cy="4934500"/>
          </a:xfrm>
        </p:grpSpPr>
        <p:grpSp>
          <p:nvGrpSpPr>
            <p:cNvPr id="380" name="Google Shape;380;p27"/>
            <p:cNvGrpSpPr/>
            <p:nvPr/>
          </p:nvGrpSpPr>
          <p:grpSpPr>
            <a:xfrm rot="10800000" flipH="1">
              <a:off x="147825" y="4955821"/>
              <a:ext cx="8847300" cy="82504"/>
              <a:chOff x="147825" y="9188"/>
              <a:chExt cx="8847300" cy="1837500"/>
            </a:xfrm>
          </p:grpSpPr>
          <p:cxnSp>
            <p:nvCxnSpPr>
              <p:cNvPr id="381" name="Google Shape;381;p27"/>
              <p:cNvCxnSpPr/>
              <p:nvPr/>
            </p:nvCxnSpPr>
            <p:spPr>
              <a:xfrm>
                <a:off x="148025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2" name="Google Shape;382;p27"/>
              <p:cNvCxnSpPr/>
              <p:nvPr/>
            </p:nvCxnSpPr>
            <p:spPr>
              <a:xfrm>
                <a:off x="8995050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3" name="Google Shape;383;p27"/>
              <p:cNvCxnSpPr/>
              <p:nvPr/>
            </p:nvCxnSpPr>
            <p:spPr>
              <a:xfrm rot="10800000">
                <a:off x="147825" y="114900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84" name="Google Shape;384;p27"/>
            <p:cNvGrpSpPr/>
            <p:nvPr/>
          </p:nvGrpSpPr>
          <p:grpSpPr>
            <a:xfrm rot="10800000" flipH="1">
              <a:off x="142950" y="103825"/>
              <a:ext cx="8856300" cy="4852126"/>
              <a:chOff x="142950" y="1835241"/>
              <a:chExt cx="8856300" cy="3200400"/>
            </a:xfrm>
          </p:grpSpPr>
          <p:cxnSp>
            <p:nvCxnSpPr>
              <p:cNvPr id="385" name="Google Shape;385;p27"/>
              <p:cNvCxnSpPr/>
              <p:nvPr/>
            </p:nvCxnSpPr>
            <p:spPr>
              <a:xfrm rot="10800000">
                <a:off x="8994900" y="1835241"/>
                <a:ext cx="0" cy="32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27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27"/>
              <p:cNvCxnSpPr/>
              <p:nvPr/>
            </p:nvCxnSpPr>
            <p:spPr>
              <a:xfrm>
                <a:off x="142950" y="5034767"/>
                <a:ext cx="885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27"/>
          <p:cNvSpPr/>
          <p:nvPr/>
        </p:nvSpPr>
        <p:spPr>
          <a:xfrm rot="10800000" flipH="1">
            <a:off x="147829" y="105174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" name="Google Shape;389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27"/>
          <p:cNvSpPr txBox="1">
            <a:spLocks noGrp="1"/>
          </p:cNvSpPr>
          <p:nvPr>
            <p:ph type="subTitle" idx="1"/>
          </p:nvPr>
        </p:nvSpPr>
        <p:spPr>
          <a:xfrm>
            <a:off x="1169713" y="1838636"/>
            <a:ext cx="31203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7"/>
          <p:cNvSpPr txBox="1">
            <a:spLocks noGrp="1"/>
          </p:cNvSpPr>
          <p:nvPr>
            <p:ph type="subTitle" idx="2"/>
          </p:nvPr>
        </p:nvSpPr>
        <p:spPr>
          <a:xfrm>
            <a:off x="4853963" y="1838636"/>
            <a:ext cx="31203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27"/>
          <p:cNvSpPr txBox="1">
            <a:spLocks noGrp="1"/>
          </p:cNvSpPr>
          <p:nvPr>
            <p:ph type="subTitle" idx="3"/>
          </p:nvPr>
        </p:nvSpPr>
        <p:spPr>
          <a:xfrm>
            <a:off x="1169713" y="3499211"/>
            <a:ext cx="31203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27"/>
          <p:cNvSpPr txBox="1">
            <a:spLocks noGrp="1"/>
          </p:cNvSpPr>
          <p:nvPr>
            <p:ph type="subTitle" idx="4"/>
          </p:nvPr>
        </p:nvSpPr>
        <p:spPr>
          <a:xfrm>
            <a:off x="4853963" y="3499211"/>
            <a:ext cx="31203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27"/>
          <p:cNvSpPr txBox="1">
            <a:spLocks noGrp="1"/>
          </p:cNvSpPr>
          <p:nvPr>
            <p:ph type="subTitle" idx="5"/>
          </p:nvPr>
        </p:nvSpPr>
        <p:spPr>
          <a:xfrm>
            <a:off x="1169713" y="1455550"/>
            <a:ext cx="3120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sp>
        <p:nvSpPr>
          <p:cNvPr id="395" name="Google Shape;395;p27"/>
          <p:cNvSpPr txBox="1">
            <a:spLocks noGrp="1"/>
          </p:cNvSpPr>
          <p:nvPr>
            <p:ph type="subTitle" idx="6"/>
          </p:nvPr>
        </p:nvSpPr>
        <p:spPr>
          <a:xfrm>
            <a:off x="1169713" y="3116200"/>
            <a:ext cx="3120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sp>
        <p:nvSpPr>
          <p:cNvPr id="396" name="Google Shape;396;p27"/>
          <p:cNvSpPr txBox="1">
            <a:spLocks noGrp="1"/>
          </p:cNvSpPr>
          <p:nvPr>
            <p:ph type="subTitle" idx="7"/>
          </p:nvPr>
        </p:nvSpPr>
        <p:spPr>
          <a:xfrm>
            <a:off x="4853933" y="1455550"/>
            <a:ext cx="3120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sp>
        <p:nvSpPr>
          <p:cNvPr id="397" name="Google Shape;397;p27"/>
          <p:cNvSpPr txBox="1">
            <a:spLocks noGrp="1"/>
          </p:cNvSpPr>
          <p:nvPr>
            <p:ph type="subTitle" idx="8"/>
          </p:nvPr>
        </p:nvSpPr>
        <p:spPr>
          <a:xfrm>
            <a:off x="4853933" y="3116200"/>
            <a:ext cx="3120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 Black"/>
              <a:buNone/>
              <a:defRPr sz="2000"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31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31"/>
          <p:cNvPicPr preferRelativeResize="0"/>
          <p:nvPr/>
        </p:nvPicPr>
        <p:blipFill rotWithShape="1">
          <a:blip r:embed="rId3">
            <a:alphaModFix/>
          </a:blip>
          <a:srcRect r="89"/>
          <a:stretch/>
        </p:blipFill>
        <p:spPr>
          <a:xfrm rot="5400000" flipH="1">
            <a:off x="5441862" y="1440962"/>
            <a:ext cx="5144975" cy="22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1"/>
          <p:cNvSpPr/>
          <p:nvPr/>
        </p:nvSpPr>
        <p:spPr>
          <a:xfrm flipH="1">
            <a:off x="147229" y="4637110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63" name="Google Shape;463;p31"/>
          <p:cNvGrpSpPr/>
          <p:nvPr/>
        </p:nvGrpSpPr>
        <p:grpSpPr>
          <a:xfrm>
            <a:off x="143091" y="104701"/>
            <a:ext cx="8856203" cy="4921799"/>
            <a:chOff x="143091" y="104701"/>
            <a:chExt cx="8856203" cy="4921799"/>
          </a:xfrm>
        </p:grpSpPr>
        <p:grpSp>
          <p:nvGrpSpPr>
            <p:cNvPr id="464" name="Google Shape;464;p31"/>
            <p:cNvGrpSpPr/>
            <p:nvPr/>
          </p:nvGrpSpPr>
          <p:grpSpPr>
            <a:xfrm rot="5400000" flipH="1">
              <a:off x="1053962" y="-803483"/>
              <a:ext cx="4919112" cy="6740853"/>
              <a:chOff x="142957" y="1835400"/>
              <a:chExt cx="8852100" cy="3193204"/>
            </a:xfrm>
          </p:grpSpPr>
          <p:cxnSp>
            <p:nvCxnSpPr>
              <p:cNvPr id="465" name="Google Shape;465;p31"/>
              <p:cNvCxnSpPr/>
              <p:nvPr/>
            </p:nvCxnSpPr>
            <p:spPr>
              <a:xfrm rot="10800000">
                <a:off x="8990896" y="1835404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6" name="Google Shape;466;p31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31"/>
              <p:cNvCxnSpPr/>
              <p:nvPr/>
            </p:nvCxnSpPr>
            <p:spPr>
              <a:xfrm>
                <a:off x="142957" y="5026963"/>
                <a:ext cx="885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68" name="Google Shape;468;p31"/>
            <p:cNvGrpSpPr/>
            <p:nvPr/>
          </p:nvGrpSpPr>
          <p:grpSpPr>
            <a:xfrm rot="5400000" flipH="1">
              <a:off x="5481528" y="1506034"/>
              <a:ext cx="4919099" cy="2116432"/>
              <a:chOff x="147825" y="9188"/>
              <a:chExt cx="8847300" cy="1837500"/>
            </a:xfrm>
          </p:grpSpPr>
          <p:cxnSp>
            <p:nvCxnSpPr>
              <p:cNvPr id="469" name="Google Shape;469;p31"/>
              <p:cNvCxnSpPr/>
              <p:nvPr/>
            </p:nvCxnSpPr>
            <p:spPr>
              <a:xfrm>
                <a:off x="148025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0" name="Google Shape;470;p31"/>
              <p:cNvCxnSpPr/>
              <p:nvPr/>
            </p:nvCxnSpPr>
            <p:spPr>
              <a:xfrm>
                <a:off x="8986484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1" name="Google Shape;471;p31"/>
              <p:cNvCxnSpPr/>
              <p:nvPr/>
            </p:nvCxnSpPr>
            <p:spPr>
              <a:xfrm rot="10800000">
                <a:off x="147825" y="13213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32"/>
          <p:cNvPicPr preferRelativeResize="0"/>
          <p:nvPr/>
        </p:nvPicPr>
        <p:blipFill rotWithShape="1">
          <a:blip r:embed="rId2">
            <a:alphaModFix/>
          </a:blip>
          <a:srcRect l="139"/>
          <a:stretch/>
        </p:blipFill>
        <p:spPr>
          <a:xfrm>
            <a:off x="0" y="2225"/>
            <a:ext cx="914400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2"/>
          <p:cNvPicPr preferRelativeResize="0"/>
          <p:nvPr/>
        </p:nvPicPr>
        <p:blipFill rotWithShape="1">
          <a:blip r:embed="rId3">
            <a:alphaModFix/>
          </a:blip>
          <a:srcRect r="89"/>
          <a:stretch/>
        </p:blipFill>
        <p:spPr>
          <a:xfrm rot="-5400000">
            <a:off x="-1443963" y="1441587"/>
            <a:ext cx="5144975" cy="226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2"/>
          <p:cNvSpPr/>
          <p:nvPr/>
        </p:nvSpPr>
        <p:spPr>
          <a:xfrm>
            <a:off x="8608307" y="107410"/>
            <a:ext cx="386700" cy="386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76" name="Google Shape;476;p32"/>
          <p:cNvGrpSpPr/>
          <p:nvPr/>
        </p:nvGrpSpPr>
        <p:grpSpPr>
          <a:xfrm>
            <a:off x="142942" y="104701"/>
            <a:ext cx="8856203" cy="4921799"/>
            <a:chOff x="142942" y="104701"/>
            <a:chExt cx="8856203" cy="4921799"/>
          </a:xfrm>
        </p:grpSpPr>
        <p:grpSp>
          <p:nvGrpSpPr>
            <p:cNvPr id="477" name="Google Shape;477;p32"/>
            <p:cNvGrpSpPr/>
            <p:nvPr/>
          </p:nvGrpSpPr>
          <p:grpSpPr>
            <a:xfrm rot="-5400000">
              <a:off x="3169162" y="-803483"/>
              <a:ext cx="4919112" cy="6740853"/>
              <a:chOff x="142957" y="1835400"/>
              <a:chExt cx="8852100" cy="3193204"/>
            </a:xfrm>
          </p:grpSpPr>
          <p:cxnSp>
            <p:nvCxnSpPr>
              <p:cNvPr id="478" name="Google Shape;478;p32"/>
              <p:cNvCxnSpPr/>
              <p:nvPr/>
            </p:nvCxnSpPr>
            <p:spPr>
              <a:xfrm rot="10800000">
                <a:off x="8990896" y="1835404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9" name="Google Shape;479;p32"/>
              <p:cNvCxnSpPr/>
              <p:nvPr/>
            </p:nvCxnSpPr>
            <p:spPr>
              <a:xfrm rot="10800000">
                <a:off x="147875" y="1835400"/>
                <a:ext cx="0" cy="319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0" name="Google Shape;480;p32"/>
              <p:cNvCxnSpPr/>
              <p:nvPr/>
            </p:nvCxnSpPr>
            <p:spPr>
              <a:xfrm>
                <a:off x="142957" y="5026963"/>
                <a:ext cx="885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81" name="Google Shape;481;p32"/>
            <p:cNvGrpSpPr/>
            <p:nvPr/>
          </p:nvGrpSpPr>
          <p:grpSpPr>
            <a:xfrm rot="-5400000">
              <a:off x="-1258391" y="1506034"/>
              <a:ext cx="4919099" cy="2116433"/>
              <a:chOff x="147825" y="9188"/>
              <a:chExt cx="8847300" cy="1837500"/>
            </a:xfrm>
          </p:grpSpPr>
          <p:cxnSp>
            <p:nvCxnSpPr>
              <p:cNvPr id="482" name="Google Shape;482;p32"/>
              <p:cNvCxnSpPr/>
              <p:nvPr/>
            </p:nvCxnSpPr>
            <p:spPr>
              <a:xfrm>
                <a:off x="148025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3" name="Google Shape;483;p32"/>
              <p:cNvCxnSpPr/>
              <p:nvPr/>
            </p:nvCxnSpPr>
            <p:spPr>
              <a:xfrm>
                <a:off x="8986484" y="9188"/>
                <a:ext cx="0" cy="18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4" name="Google Shape;484;p32"/>
              <p:cNvCxnSpPr/>
              <p:nvPr/>
            </p:nvCxnSpPr>
            <p:spPr>
              <a:xfrm rot="10800000">
                <a:off x="147825" y="12172"/>
                <a:ext cx="8847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8" r:id="rId5"/>
    <p:sldLayoutId id="2147483659" r:id="rId6"/>
    <p:sldLayoutId id="2147483661" r:id="rId7"/>
    <p:sldLayoutId id="2147483663" r:id="rId8"/>
    <p:sldLayoutId id="2147483664" r:id="rId9"/>
    <p:sldLayoutId id="2147483670" r:id="rId10"/>
    <p:sldLayoutId id="2147483671" r:id="rId11"/>
    <p:sldLayoutId id="2147483672" r:id="rId12"/>
    <p:sldLayoutId id="2147483673" r:id="rId13"/>
    <p:sldLayoutId id="2147483677" r:id="rId14"/>
    <p:sldLayoutId id="214748367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mcpsychology.biomedcentral.com/articles/10.1186/s40359-025-02371-2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positivepsychology.com/cbt-cognitive-behavioral-therapy-techniques-worksheets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6"/>
          <p:cNvSpPr txBox="1">
            <a:spLocks noGrp="1"/>
          </p:cNvSpPr>
          <p:nvPr>
            <p:ph type="ctrTitle"/>
          </p:nvPr>
        </p:nvSpPr>
        <p:spPr>
          <a:xfrm>
            <a:off x="765717" y="2141034"/>
            <a:ext cx="7876594" cy="19226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500" b="1" kern="0" dirty="0">
                <a:effectLst/>
                <a:latin typeface="Lexend Black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 of Cognitive Behavioural Patterns Among Students Using Data Analytics</a:t>
            </a:r>
            <a:endParaRPr lang="en-IN" sz="3500" kern="100" dirty="0">
              <a:effectLst/>
              <a:latin typeface="Lexend Black" panose="020B060402020202020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6" name="Google Shape;496;p36"/>
          <p:cNvSpPr txBox="1">
            <a:spLocks noGrp="1"/>
          </p:cNvSpPr>
          <p:nvPr>
            <p:ph type="subTitle" idx="1"/>
          </p:nvPr>
        </p:nvSpPr>
        <p:spPr>
          <a:xfrm>
            <a:off x="546121" y="635509"/>
            <a:ext cx="3219533" cy="10330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b="1" dirty="0">
                <a:solidFill>
                  <a:schemeClr val="bg1"/>
                </a:solidFill>
              </a:rPr>
              <a:t>Team Members:</a:t>
            </a:r>
          </a:p>
          <a:p>
            <a:pPr marL="0" indent="0"/>
            <a:endParaRPr lang="en-IN" b="1" dirty="0">
              <a:solidFill>
                <a:schemeClr val="bg1"/>
              </a:solidFill>
            </a:endParaRPr>
          </a:p>
          <a:p>
            <a:pPr marL="0" indent="0"/>
            <a:r>
              <a:rPr lang="en-IN" b="1" dirty="0">
                <a:solidFill>
                  <a:schemeClr val="bg1"/>
                </a:solidFill>
              </a:rPr>
              <a:t>Jeslyn Nivedhitha S (22x020)</a:t>
            </a:r>
            <a:endParaRPr lang="en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1"/>
                </a:solidFill>
              </a:rPr>
              <a:t>Richa Infanta J (22x037)</a:t>
            </a:r>
          </a:p>
        </p:txBody>
      </p:sp>
      <p:pic>
        <p:nvPicPr>
          <p:cNvPr id="497" name="Google Shape;49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2800" y="4404491"/>
            <a:ext cx="1159200" cy="1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496;p36">
            <a:extLst>
              <a:ext uri="{FF2B5EF4-FFF2-40B4-BE49-F238E27FC236}">
                <a16:creationId xmlns:a16="http://schemas.microsoft.com/office/drawing/2014/main" id="{3BBA2BD9-D795-1696-2CED-D643B3D9D382}"/>
              </a:ext>
            </a:extLst>
          </p:cNvPr>
          <p:cNvSpPr txBox="1">
            <a:spLocks/>
          </p:cNvSpPr>
          <p:nvPr/>
        </p:nvSpPr>
        <p:spPr>
          <a:xfrm>
            <a:off x="6156568" y="635509"/>
            <a:ext cx="2266148" cy="931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en-US" b="1" dirty="0">
                <a:solidFill>
                  <a:schemeClr val="bg1"/>
                </a:solidFill>
              </a:rPr>
              <a:t>Faculty Guidance:</a:t>
            </a:r>
          </a:p>
          <a:p>
            <a:pPr marL="0" indent="0"/>
            <a:endParaRPr lang="en-US" b="1" dirty="0">
              <a:solidFill>
                <a:schemeClr val="bg1"/>
              </a:solidFill>
            </a:endParaRPr>
          </a:p>
          <a:p>
            <a:pPr marL="0" indent="0"/>
            <a:r>
              <a:rPr lang="en-US" b="1" dirty="0">
                <a:solidFill>
                  <a:schemeClr val="bg1"/>
                </a:solidFill>
              </a:rPr>
              <a:t>Dr. S. Poomagal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695B5-B7BD-71F2-0DFE-548B0FA0926E}"/>
              </a:ext>
            </a:extLst>
          </p:cNvPr>
          <p:cNvSpPr txBox="1"/>
          <p:nvPr/>
        </p:nvSpPr>
        <p:spPr>
          <a:xfrm>
            <a:off x="8642311" y="467419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AGENDA</a:t>
            </a:r>
            <a:endParaRPr dirty="0"/>
          </a:p>
        </p:txBody>
      </p:sp>
      <p:sp>
        <p:nvSpPr>
          <p:cNvPr id="512" name="Google Shape;512;p38"/>
          <p:cNvSpPr txBox="1">
            <a:spLocks noGrp="1"/>
          </p:cNvSpPr>
          <p:nvPr>
            <p:ph type="title" idx="2"/>
          </p:nvPr>
        </p:nvSpPr>
        <p:spPr>
          <a:xfrm>
            <a:off x="720000" y="1310043"/>
            <a:ext cx="870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13" name="Google Shape;513;p38"/>
          <p:cNvSpPr txBox="1">
            <a:spLocks noGrp="1"/>
          </p:cNvSpPr>
          <p:nvPr>
            <p:ph type="title" idx="3"/>
          </p:nvPr>
        </p:nvSpPr>
        <p:spPr>
          <a:xfrm>
            <a:off x="720000" y="3242670"/>
            <a:ext cx="870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514" name="Google Shape;514;p38"/>
          <p:cNvSpPr txBox="1">
            <a:spLocks noGrp="1"/>
          </p:cNvSpPr>
          <p:nvPr>
            <p:ph type="title" idx="4"/>
          </p:nvPr>
        </p:nvSpPr>
        <p:spPr>
          <a:xfrm>
            <a:off x="2731708" y="1310043"/>
            <a:ext cx="870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15" name="Google Shape;515;p38"/>
          <p:cNvSpPr txBox="1">
            <a:spLocks noGrp="1"/>
          </p:cNvSpPr>
          <p:nvPr>
            <p:ph type="title" idx="5"/>
          </p:nvPr>
        </p:nvSpPr>
        <p:spPr>
          <a:xfrm>
            <a:off x="2731708" y="3234590"/>
            <a:ext cx="870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516" name="Google Shape;516;p38"/>
          <p:cNvSpPr txBox="1">
            <a:spLocks noGrp="1"/>
          </p:cNvSpPr>
          <p:nvPr>
            <p:ph type="title" idx="6"/>
          </p:nvPr>
        </p:nvSpPr>
        <p:spPr>
          <a:xfrm>
            <a:off x="4622905" y="1303936"/>
            <a:ext cx="870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17" name="Google Shape;517;p38"/>
          <p:cNvSpPr txBox="1">
            <a:spLocks noGrp="1"/>
          </p:cNvSpPr>
          <p:nvPr>
            <p:ph type="title" idx="7"/>
          </p:nvPr>
        </p:nvSpPr>
        <p:spPr>
          <a:xfrm>
            <a:off x="6567322" y="3246587"/>
            <a:ext cx="870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518" name="Google Shape;518;p38"/>
          <p:cNvSpPr txBox="1">
            <a:spLocks noGrp="1"/>
          </p:cNvSpPr>
          <p:nvPr>
            <p:ph type="subTitle" idx="1"/>
          </p:nvPr>
        </p:nvSpPr>
        <p:spPr>
          <a:xfrm>
            <a:off x="719951" y="209583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Abstract</a:t>
            </a:r>
            <a:endParaRPr dirty="0"/>
          </a:p>
        </p:txBody>
      </p:sp>
      <p:sp>
        <p:nvSpPr>
          <p:cNvPr id="519" name="Google Shape;519;p38"/>
          <p:cNvSpPr txBox="1">
            <a:spLocks noGrp="1"/>
          </p:cNvSpPr>
          <p:nvPr>
            <p:ph type="subTitle" idx="8"/>
          </p:nvPr>
        </p:nvSpPr>
        <p:spPr>
          <a:xfrm>
            <a:off x="2683400" y="2083756"/>
            <a:ext cx="1605880" cy="7740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Related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Works</a:t>
            </a:r>
            <a:endParaRPr dirty="0"/>
          </a:p>
        </p:txBody>
      </p:sp>
      <p:sp>
        <p:nvSpPr>
          <p:cNvPr id="520" name="Google Shape;520;p38"/>
          <p:cNvSpPr txBox="1">
            <a:spLocks noGrp="1"/>
          </p:cNvSpPr>
          <p:nvPr>
            <p:ph type="subTitle" idx="9"/>
          </p:nvPr>
        </p:nvSpPr>
        <p:spPr>
          <a:xfrm>
            <a:off x="4622905" y="2315174"/>
            <a:ext cx="2522177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</a:t>
            </a:r>
            <a:endParaRPr dirty="0"/>
          </a:p>
        </p:txBody>
      </p:sp>
      <p:sp>
        <p:nvSpPr>
          <p:cNvPr id="521" name="Google Shape;521;p38"/>
          <p:cNvSpPr txBox="1">
            <a:spLocks noGrp="1"/>
          </p:cNvSpPr>
          <p:nvPr>
            <p:ph type="subTitle" idx="13"/>
          </p:nvPr>
        </p:nvSpPr>
        <p:spPr>
          <a:xfrm>
            <a:off x="719951" y="4226907"/>
            <a:ext cx="1963449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Requirement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Analysis</a:t>
            </a:r>
            <a:endParaRPr dirty="0"/>
          </a:p>
        </p:txBody>
      </p:sp>
      <p:sp>
        <p:nvSpPr>
          <p:cNvPr id="522" name="Google Shape;522;p38"/>
          <p:cNvSpPr txBox="1">
            <a:spLocks noGrp="1"/>
          </p:cNvSpPr>
          <p:nvPr>
            <p:ph type="subTitle" idx="14"/>
          </p:nvPr>
        </p:nvSpPr>
        <p:spPr>
          <a:xfrm>
            <a:off x="2766078" y="424902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</a:t>
            </a:r>
            <a:endParaRPr dirty="0"/>
          </a:p>
        </p:txBody>
      </p:sp>
      <p:sp>
        <p:nvSpPr>
          <p:cNvPr id="523" name="Google Shape;523;p38"/>
          <p:cNvSpPr txBox="1">
            <a:spLocks noGrp="1"/>
          </p:cNvSpPr>
          <p:nvPr>
            <p:ph type="subTitle" idx="15"/>
          </p:nvPr>
        </p:nvSpPr>
        <p:spPr>
          <a:xfrm>
            <a:off x="6558026" y="411919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</a:t>
            </a:r>
            <a:endParaRPr dirty="0"/>
          </a:p>
        </p:txBody>
      </p:sp>
      <p:pic>
        <p:nvPicPr>
          <p:cNvPr id="524" name="Google Shape;5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853" y="1992812"/>
            <a:ext cx="605700" cy="1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957" y="1992812"/>
            <a:ext cx="605700" cy="1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858" y="1992812"/>
            <a:ext cx="605700" cy="1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853" y="3834755"/>
            <a:ext cx="605700" cy="1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957" y="3834755"/>
            <a:ext cx="605700" cy="1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7499" y="3840347"/>
            <a:ext cx="539778" cy="1280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13;p38"/>
          <p:cNvSpPr txBox="1">
            <a:spLocks/>
          </p:cNvSpPr>
          <p:nvPr/>
        </p:nvSpPr>
        <p:spPr>
          <a:xfrm>
            <a:off x="6567322" y="1303458"/>
            <a:ext cx="870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lt2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7" name="Google Shape;521;p38"/>
          <p:cNvSpPr txBox="1">
            <a:spLocks/>
          </p:cNvSpPr>
          <p:nvPr/>
        </p:nvSpPr>
        <p:spPr>
          <a:xfrm>
            <a:off x="6567322" y="2322771"/>
            <a:ext cx="2583181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pPr marL="0" indent="0"/>
            <a:r>
              <a:rPr lang="en-US" dirty="0"/>
              <a:t>Technology </a:t>
            </a:r>
          </a:p>
          <a:p>
            <a:pPr marL="0" indent="0"/>
            <a:r>
              <a:rPr lang="en-US" dirty="0"/>
              <a:t>Used</a:t>
            </a:r>
          </a:p>
        </p:txBody>
      </p:sp>
      <p:pic>
        <p:nvPicPr>
          <p:cNvPr id="8" name="Google Shape;52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1980" y="1990135"/>
            <a:ext cx="605700" cy="1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17;p38">
            <a:extLst>
              <a:ext uri="{FF2B5EF4-FFF2-40B4-BE49-F238E27FC236}">
                <a16:creationId xmlns:a16="http://schemas.microsoft.com/office/drawing/2014/main" id="{3441E1F3-4FCB-66F6-4F89-90E2387B11A4}"/>
              </a:ext>
            </a:extLst>
          </p:cNvPr>
          <p:cNvSpPr txBox="1">
            <a:spLocks/>
          </p:cNvSpPr>
          <p:nvPr/>
        </p:nvSpPr>
        <p:spPr>
          <a:xfrm>
            <a:off x="4571999" y="3269546"/>
            <a:ext cx="870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lt2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Black"/>
              <a:buNone/>
              <a:defRPr sz="3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10" name="Google Shape;523;p38">
            <a:extLst>
              <a:ext uri="{FF2B5EF4-FFF2-40B4-BE49-F238E27FC236}">
                <a16:creationId xmlns:a16="http://schemas.microsoft.com/office/drawing/2014/main" id="{B194C6D3-01BD-7DBF-392F-D802FBE4B933}"/>
              </a:ext>
            </a:extLst>
          </p:cNvPr>
          <p:cNvSpPr txBox="1">
            <a:spLocks/>
          </p:cNvSpPr>
          <p:nvPr/>
        </p:nvSpPr>
        <p:spPr>
          <a:xfrm>
            <a:off x="4571999" y="4094638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Black"/>
              <a:buNone/>
              <a:defRPr sz="24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pPr marL="0" indent="0"/>
            <a:r>
              <a:rPr lang="en-US" dirty="0"/>
              <a:t>Timeline</a:t>
            </a:r>
            <a:endParaRPr lang="en-IN" dirty="0"/>
          </a:p>
        </p:txBody>
      </p:sp>
      <p:pic>
        <p:nvPicPr>
          <p:cNvPr id="11" name="Google Shape;529;p38">
            <a:extLst>
              <a:ext uri="{FF2B5EF4-FFF2-40B4-BE49-F238E27FC236}">
                <a16:creationId xmlns:a16="http://schemas.microsoft.com/office/drawing/2014/main" id="{A879FD98-4CAB-A026-D7CD-A9B001D0E04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953" y="3834755"/>
            <a:ext cx="605700" cy="1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772CC3-4BAC-7CAE-4F5C-E3DB01BC6949}"/>
              </a:ext>
            </a:extLst>
          </p:cNvPr>
          <p:cNvSpPr txBox="1"/>
          <p:nvPr/>
        </p:nvSpPr>
        <p:spPr>
          <a:xfrm>
            <a:off x="8603800" y="15800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0"/>
          <p:cNvSpPr txBox="1">
            <a:spLocks noGrp="1"/>
          </p:cNvSpPr>
          <p:nvPr>
            <p:ph type="title"/>
          </p:nvPr>
        </p:nvSpPr>
        <p:spPr>
          <a:xfrm>
            <a:off x="1941200" y="2501962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ABSTRACT</a:t>
            </a:r>
            <a:endParaRPr dirty="0"/>
          </a:p>
        </p:txBody>
      </p:sp>
      <p:sp>
        <p:nvSpPr>
          <p:cNvPr id="542" name="Google Shape;542;p40"/>
          <p:cNvSpPr txBox="1">
            <a:spLocks noGrp="1"/>
          </p:cNvSpPr>
          <p:nvPr>
            <p:ph type="title" idx="2"/>
          </p:nvPr>
        </p:nvSpPr>
        <p:spPr>
          <a:xfrm>
            <a:off x="1941200" y="1224188"/>
            <a:ext cx="50676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543" name="Google Shape;54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050" y="3797582"/>
            <a:ext cx="1159200" cy="1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3CDFEB-6209-30A4-7685-579EA0687E95}"/>
              </a:ext>
            </a:extLst>
          </p:cNvPr>
          <p:cNvSpPr txBox="1"/>
          <p:nvPr/>
        </p:nvSpPr>
        <p:spPr>
          <a:xfrm>
            <a:off x="8649745" y="14679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1"/>
          <p:cNvSpPr txBox="1">
            <a:spLocks noGrp="1"/>
          </p:cNvSpPr>
          <p:nvPr>
            <p:ph type="subTitle" idx="2"/>
          </p:nvPr>
        </p:nvSpPr>
        <p:spPr>
          <a:xfrm>
            <a:off x="779392" y="492484"/>
            <a:ext cx="6677576" cy="42779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None/>
            </a:pPr>
            <a:r>
              <a:rPr lang="en-IN" sz="1600" b="1" dirty="0"/>
              <a:t>Objective: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Analyse students' cognitive-behavioural patterns using data analytics.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Identify thought distortions linked to Cognitive Behavioural Therapy (CBT).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Assess anxiety and depression levels.</a:t>
            </a:r>
          </a:p>
          <a:p>
            <a:pPr marL="457200" lvl="1" indent="0" algn="just"/>
            <a:endParaRPr lang="en-IN" sz="1600" dirty="0"/>
          </a:p>
          <a:p>
            <a:pPr marL="457200" lvl="1" indent="0" algn="just"/>
            <a:endParaRPr lang="en-IN" sz="1600" dirty="0"/>
          </a:p>
          <a:p>
            <a:pPr marL="0" indent="0" algn="just">
              <a:buNone/>
            </a:pPr>
            <a:r>
              <a:rPr lang="en-IN" sz="1600" b="1" dirty="0"/>
              <a:t>Problem Statement: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Cognitive distortions like overgeneralization and catastrophizing contribute to student anxiety and depression.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Limited data-driven insights hinder effective intervention.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This study leverages analytics to quantify and categorize these patterns for better understanding.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8A1C8-32DA-1667-E64C-FA995BECA3E2}"/>
              </a:ext>
            </a:extLst>
          </p:cNvPr>
          <p:cNvSpPr txBox="1"/>
          <p:nvPr/>
        </p:nvSpPr>
        <p:spPr>
          <a:xfrm>
            <a:off x="174701" y="184707"/>
            <a:ext cx="3754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6"/>
          <p:cNvSpPr txBox="1">
            <a:spLocks noGrp="1"/>
          </p:cNvSpPr>
          <p:nvPr>
            <p:ph type="title"/>
          </p:nvPr>
        </p:nvSpPr>
        <p:spPr>
          <a:xfrm>
            <a:off x="1932425" y="2261650"/>
            <a:ext cx="50358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en-US" dirty="0"/>
              <a:t>Related </a:t>
            </a:r>
            <a:br>
              <a:rPr lang="en-US" dirty="0"/>
            </a:br>
            <a:r>
              <a:rPr lang="en-US" dirty="0"/>
              <a:t>Works</a:t>
            </a:r>
            <a:endParaRPr dirty="0"/>
          </a:p>
        </p:txBody>
      </p:sp>
      <p:sp>
        <p:nvSpPr>
          <p:cNvPr id="700" name="Google Shape;700;p56"/>
          <p:cNvSpPr txBox="1">
            <a:spLocks noGrp="1"/>
          </p:cNvSpPr>
          <p:nvPr>
            <p:ph type="title" idx="2"/>
          </p:nvPr>
        </p:nvSpPr>
        <p:spPr>
          <a:xfrm>
            <a:off x="5316125" y="1393653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701" name="Google Shape;70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9025" y="3997925"/>
            <a:ext cx="1159200" cy="1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52CF54-83D5-ACB0-F2B1-96B63B72C134}"/>
              </a:ext>
            </a:extLst>
          </p:cNvPr>
          <p:cNvSpPr txBox="1"/>
          <p:nvPr/>
        </p:nvSpPr>
        <p:spPr>
          <a:xfrm>
            <a:off x="204439" y="128609"/>
            <a:ext cx="3085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2"/>
          <p:cNvSpPr txBox="1">
            <a:spLocks noGrp="1"/>
          </p:cNvSpPr>
          <p:nvPr>
            <p:ph type="subTitle" idx="1"/>
          </p:nvPr>
        </p:nvSpPr>
        <p:spPr>
          <a:xfrm>
            <a:off x="391897" y="225919"/>
            <a:ext cx="7849842" cy="18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algn="just">
              <a:buNone/>
            </a:pPr>
            <a:r>
              <a:rPr lang="en-IN" sz="1800" b="1" dirty="0"/>
              <a:t>Key Insights from Research Papers:</a:t>
            </a:r>
            <a:endParaRPr lang="en-IN" sz="1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/>
              <a:t>Paper 1: </a:t>
            </a:r>
            <a:r>
              <a:rPr lang="en-IN" sz="1600" i="1" dirty="0"/>
              <a:t>Cost-Effectiveness of Internet-supported Cognitive </a:t>
            </a:r>
            <a:r>
              <a:rPr lang="en-IN" sz="1600" i="1" dirty="0" err="1"/>
              <a:t>Behavioral</a:t>
            </a:r>
            <a:r>
              <a:rPr lang="en-IN" sz="1600" i="1" dirty="0"/>
              <a:t> Therapy for University Students with Anxiety Symptoms: A Markov Model Analysis</a:t>
            </a:r>
            <a:r>
              <a:rPr lang="en-IN" sz="1600" dirty="0"/>
              <a:t> (Published: May 5, 2022)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Internet-based CBT (</a:t>
            </a:r>
            <a:r>
              <a:rPr lang="en-IN" sz="1600" dirty="0" err="1"/>
              <a:t>i</a:t>
            </a:r>
            <a:r>
              <a:rPr lang="en-IN" sz="1600" dirty="0"/>
              <a:t>-CBT) is more cost-effective than face-to-face CBT (f-CBT), improving Quality-Adjusted Life Years (QALYs) at lower costs.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/>
              <a:t>Paper 2:</a:t>
            </a:r>
            <a:r>
              <a:rPr lang="en-IN" sz="1600" dirty="0"/>
              <a:t> </a:t>
            </a:r>
            <a:r>
              <a:rPr lang="en-IN" sz="1600" i="1" dirty="0"/>
              <a:t>CBT for Academic Burnout,  Procrastination, Self-handicapping Behaviour and Test Anxiety : Random Control Trail</a:t>
            </a:r>
            <a:r>
              <a:rPr lang="en-IN" sz="1600" dirty="0"/>
              <a:t> (Published: 3 February, 2025)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CBT significantly reduces procrastination, burnout, self-handicapping </a:t>
            </a:r>
            <a:r>
              <a:rPr lang="en-IN" sz="1600" dirty="0" err="1"/>
              <a:t>behavior</a:t>
            </a:r>
            <a:r>
              <a:rPr lang="en-IN" sz="1600" dirty="0"/>
              <a:t>, and test anxiety among adolescents, leading to better school performance.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600" b="1" dirty="0"/>
              <a:t>Paper 3:</a:t>
            </a:r>
            <a:r>
              <a:rPr lang="en-IN" sz="1600" dirty="0"/>
              <a:t> </a:t>
            </a:r>
            <a:r>
              <a:rPr lang="en-IN" sz="1600" i="1" dirty="0"/>
              <a:t>AI-Enhanced Cognitive </a:t>
            </a:r>
            <a:r>
              <a:rPr lang="en-IN" sz="1600" i="1" dirty="0" err="1"/>
              <a:t>Behavioral</a:t>
            </a:r>
            <a:r>
              <a:rPr lang="en-IN" sz="1600" i="1" dirty="0"/>
              <a:t> Therapy: Deep Learning and Large Language Models for Extracting Cognitive Pathways from Social Media Texts</a:t>
            </a:r>
            <a:r>
              <a:rPr lang="en-IN" sz="1600" dirty="0"/>
              <a:t> (Published: April 17, 2024)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AI-enhanced CBT using deep learning models and LLMs improves cognitive pathway analysis but may introduce inaccuracies (hallucinations).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297B09-8816-2BF9-28CC-EB2970294503}"/>
              </a:ext>
            </a:extLst>
          </p:cNvPr>
          <p:cNvSpPr txBox="1"/>
          <p:nvPr/>
        </p:nvSpPr>
        <p:spPr>
          <a:xfrm>
            <a:off x="8664498" y="4678306"/>
            <a:ext cx="4051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3"/>
          <p:cNvSpPr txBox="1">
            <a:spLocks noGrp="1"/>
          </p:cNvSpPr>
          <p:nvPr>
            <p:ph type="subTitle" idx="2"/>
          </p:nvPr>
        </p:nvSpPr>
        <p:spPr>
          <a:xfrm>
            <a:off x="197944" y="701757"/>
            <a:ext cx="8485312" cy="18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1400" b="1" dirty="0"/>
              <a:t>Paper 4:</a:t>
            </a:r>
            <a:r>
              <a:rPr lang="en-IN" sz="1400" dirty="0"/>
              <a:t> </a:t>
            </a:r>
            <a:r>
              <a:rPr lang="en-IN" sz="1400" i="1" dirty="0"/>
              <a:t>A Transformer-CNN Hybrid Model for Cognitive </a:t>
            </a:r>
            <a:r>
              <a:rPr lang="en-IN" sz="1400" i="1" dirty="0" err="1"/>
              <a:t>Behavioral</a:t>
            </a:r>
            <a:r>
              <a:rPr lang="en-IN" sz="1400" i="1" dirty="0"/>
              <a:t> Therapy in Psychological Assessment and Intervention for Enhanced Diagnostic Accuracy and Treatment Efficiency</a:t>
            </a:r>
            <a:r>
              <a:rPr lang="en-IN" sz="1400" dirty="0"/>
              <a:t> (Published: 2023)</a:t>
            </a:r>
          </a:p>
          <a:p>
            <a:pPr marL="152400" indent="0" algn="just"/>
            <a:endParaRPr lang="en-IN" sz="1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dirty="0"/>
              <a:t>Transformer-CNN hybrid model achieves 97% accuracy in psychological assessment, enhancing diagnostic precision and treatment recommendations.</a:t>
            </a:r>
          </a:p>
          <a:p>
            <a:pPr marL="457200" lvl="1" indent="0" algn="just"/>
            <a:endParaRPr lang="en-IN" sz="1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The research highlights how the model enhances contextual understanding by leveraging the hierarchical feature extraction of CNNs with the sequential processing power of Transformers. The study compares the Trans-CNN model with existing techniques such as CNN-</a:t>
            </a:r>
            <a:r>
              <a:rPr lang="en-US" sz="1400" dirty="0" err="1"/>
              <a:t>GloVe</a:t>
            </a:r>
            <a:r>
              <a:rPr lang="en-US" sz="1400" dirty="0"/>
              <a:t>, SBERT-CNN, and </a:t>
            </a:r>
            <a:r>
              <a:rPr lang="en-US" sz="1400" dirty="0" err="1"/>
              <a:t>AiME</a:t>
            </a:r>
            <a:r>
              <a:rPr lang="en-US" sz="1400" dirty="0"/>
              <a:t>-LSTM, demonstrating superior accuracy (above 86%) and improved performance across precision, recall, and F1-score metrics. The results indicate that Trans-CNN effectively captures intricate sentiment patterns, making it a robust solution for applications in cognitive behavioral therapy (CBT) and psychological diagnostics. </a:t>
            </a:r>
            <a:endParaRPr lang="en-IN" sz="14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A56C6-306C-F255-DC83-6EE2D58E6559}"/>
              </a:ext>
            </a:extLst>
          </p:cNvPr>
          <p:cNvSpPr txBox="1"/>
          <p:nvPr/>
        </p:nvSpPr>
        <p:spPr>
          <a:xfrm flipH="1">
            <a:off x="8623610" y="143477"/>
            <a:ext cx="379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>
          <a:extLst>
            <a:ext uri="{FF2B5EF4-FFF2-40B4-BE49-F238E27FC236}">
              <a16:creationId xmlns:a16="http://schemas.microsoft.com/office/drawing/2014/main" id="{6182D38D-2EC6-8F7C-FF8E-66536847C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8E3DA3-01D0-571B-5120-A9155B6317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20" t="19433" r="42586" b="5557"/>
          <a:stretch/>
        </p:blipFill>
        <p:spPr>
          <a:xfrm>
            <a:off x="2452576" y="142569"/>
            <a:ext cx="4486939" cy="48725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2D73B5-27BE-F35F-0F2D-9EF104ACB722}"/>
              </a:ext>
            </a:extLst>
          </p:cNvPr>
          <p:cNvSpPr txBox="1"/>
          <p:nvPr/>
        </p:nvSpPr>
        <p:spPr>
          <a:xfrm>
            <a:off x="8608741" y="135481"/>
            <a:ext cx="271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50977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EE8940EA-9768-C979-A1A4-8BFDBBD83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0">
            <a:extLst>
              <a:ext uri="{FF2B5EF4-FFF2-40B4-BE49-F238E27FC236}">
                <a16:creationId xmlns:a16="http://schemas.microsoft.com/office/drawing/2014/main" id="{232D91C0-7E38-2E83-ECA2-96418F746B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1200" y="2140088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</a:t>
            </a:r>
            <a:br>
              <a:rPr lang="en-US" dirty="0"/>
            </a:br>
            <a:r>
              <a:rPr lang="en-US" dirty="0"/>
              <a:t>SYSTEM</a:t>
            </a:r>
            <a:endParaRPr dirty="0"/>
          </a:p>
        </p:txBody>
      </p:sp>
      <p:sp>
        <p:nvSpPr>
          <p:cNvPr id="542" name="Google Shape;542;p40">
            <a:extLst>
              <a:ext uri="{FF2B5EF4-FFF2-40B4-BE49-F238E27FC236}">
                <a16:creationId xmlns:a16="http://schemas.microsoft.com/office/drawing/2014/main" id="{6C72B2AA-A5BC-CBFC-5159-1C54E3F6507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1200" y="1224188"/>
            <a:ext cx="50676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543" name="Google Shape;543;p40">
            <a:extLst>
              <a:ext uri="{FF2B5EF4-FFF2-40B4-BE49-F238E27FC236}">
                <a16:creationId xmlns:a16="http://schemas.microsoft.com/office/drawing/2014/main" id="{2D7ED9CF-73D0-D8E2-A8B4-E3F531B9E7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050" y="3797582"/>
            <a:ext cx="1159200" cy="1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37D53B-2D6A-36F0-9653-B13BF417AD95}"/>
              </a:ext>
            </a:extLst>
          </p:cNvPr>
          <p:cNvSpPr txBox="1"/>
          <p:nvPr/>
        </p:nvSpPr>
        <p:spPr>
          <a:xfrm>
            <a:off x="8660780" y="165780"/>
            <a:ext cx="338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3472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5"/>
          <p:cNvSpPr txBox="1">
            <a:spLocks noGrp="1"/>
          </p:cNvSpPr>
          <p:nvPr>
            <p:ph type="subTitle" idx="1"/>
          </p:nvPr>
        </p:nvSpPr>
        <p:spPr>
          <a:xfrm>
            <a:off x="621070" y="709638"/>
            <a:ext cx="7361423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Our system integrates NLP and K-Means clustering to analyze cognitive patterns in students, standing out from previous research by: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Psychological Analysis</a:t>
            </a:r>
            <a:r>
              <a:rPr lang="en-US" sz="1600" dirty="0"/>
              <a:t> – Detects anxiety and thought distortions from student responses.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Unsupervised Clustering</a:t>
            </a:r>
            <a:r>
              <a:rPr lang="en-US" sz="1600" dirty="0"/>
              <a:t> – Groups students based on cognitive risk levels for early intervention.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Multi-Source Data Processing</a:t>
            </a:r>
            <a:r>
              <a:rPr lang="en-US" sz="1600" dirty="0"/>
              <a:t> – Analyzes both open-ended responses and structured data for better insights.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Actionable Visualizations</a:t>
            </a:r>
            <a:r>
              <a:rPr lang="en-US" sz="1600" dirty="0"/>
              <a:t> – Generates heatmaps and cluster profiles for easy interpretation.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C2F724-BA55-F138-9AD5-F32F6D0B7C1E}"/>
              </a:ext>
            </a:extLst>
          </p:cNvPr>
          <p:cNvSpPr txBox="1"/>
          <p:nvPr/>
        </p:nvSpPr>
        <p:spPr>
          <a:xfrm>
            <a:off x="133815" y="125279"/>
            <a:ext cx="3865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2C9F15B9-76EC-977A-1204-1D0D4CC4C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6">
            <a:extLst>
              <a:ext uri="{FF2B5EF4-FFF2-40B4-BE49-F238E27FC236}">
                <a16:creationId xmlns:a16="http://schemas.microsoft.com/office/drawing/2014/main" id="{BD1F335A-E707-E382-19C7-4F265D31FD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2425" y="2261650"/>
            <a:ext cx="50358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en-US" dirty="0"/>
              <a:t>TECHNOLOGY</a:t>
            </a:r>
            <a:br>
              <a:rPr lang="en-US" dirty="0"/>
            </a:br>
            <a:r>
              <a:rPr lang="en-US" dirty="0"/>
              <a:t>USED</a:t>
            </a:r>
            <a:endParaRPr dirty="0"/>
          </a:p>
        </p:txBody>
      </p:sp>
      <p:sp>
        <p:nvSpPr>
          <p:cNvPr id="700" name="Google Shape;700;p56">
            <a:extLst>
              <a:ext uri="{FF2B5EF4-FFF2-40B4-BE49-F238E27FC236}">
                <a16:creationId xmlns:a16="http://schemas.microsoft.com/office/drawing/2014/main" id="{7726695E-C4B8-90DF-399E-3CE3CD019E8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16125" y="1393653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701" name="Google Shape;701;p56">
            <a:extLst>
              <a:ext uri="{FF2B5EF4-FFF2-40B4-BE49-F238E27FC236}">
                <a16:creationId xmlns:a16="http://schemas.microsoft.com/office/drawing/2014/main" id="{97686150-77A6-92DD-FED6-FF2769D319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9025" y="3997925"/>
            <a:ext cx="1159200" cy="1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7CDF4E-6DF5-B50F-1D74-5D3EAE7902BC}"/>
              </a:ext>
            </a:extLst>
          </p:cNvPr>
          <p:cNvSpPr txBox="1"/>
          <p:nvPr/>
        </p:nvSpPr>
        <p:spPr>
          <a:xfrm>
            <a:off x="137532" y="143477"/>
            <a:ext cx="4200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4248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7"/>
          <p:cNvSpPr txBox="1">
            <a:spLocks noGrp="1"/>
          </p:cNvSpPr>
          <p:nvPr>
            <p:ph type="subTitle" idx="1"/>
          </p:nvPr>
        </p:nvSpPr>
        <p:spPr>
          <a:xfrm>
            <a:off x="595555" y="482010"/>
            <a:ext cx="4068594" cy="28502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Data Collection: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 Google Forms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Development Environment: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 Spyder (IDE)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Data Preprocessing &amp; Analysis: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b="1" dirty="0"/>
          </a:p>
          <a:p>
            <a:pPr>
              <a:lnSpc>
                <a:spcPct val="100000"/>
              </a:lnSpc>
            </a:pPr>
            <a:r>
              <a:rPr lang="en-US" sz="1600" dirty="0"/>
              <a:t>Python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Pandas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NumPy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Scikit-learn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Hugging Face Transformers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Matplotlib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Seaborn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DA7CCF-0BC3-088A-CB79-6EBB984D357B}"/>
              </a:ext>
            </a:extLst>
          </p:cNvPr>
          <p:cNvSpPr txBox="1"/>
          <p:nvPr/>
        </p:nvSpPr>
        <p:spPr>
          <a:xfrm>
            <a:off x="4759842" y="536584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latin typeface="Inter" panose="020B0604020202020204" charset="0"/>
                <a:ea typeface="Inter" panose="020B0604020202020204" charset="0"/>
              </a:rPr>
              <a:t>Machine Learning &amp; NLP:</a:t>
            </a:r>
          </a:p>
          <a:p>
            <a:pPr marL="0" indent="0">
              <a:buNone/>
            </a:pPr>
            <a:endParaRPr lang="en-US" sz="1600" b="1" dirty="0">
              <a:latin typeface="Inter" panose="020B0604020202020204" charset="0"/>
              <a:ea typeface="Inter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BERT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Inter" panose="020B0604020202020204" charset="0"/>
                <a:ea typeface="Inter" panose="020B0604020202020204" charset="0"/>
              </a:rPr>
              <a:t>K-Means</a:t>
            </a:r>
          </a:p>
          <a:p>
            <a:pPr>
              <a:lnSpc>
                <a:spcPct val="100000"/>
              </a:lnSpc>
            </a:pPr>
            <a:endParaRPr lang="en-US" sz="16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6322A9-AC67-2630-20E9-7185107AC3B5}"/>
              </a:ext>
            </a:extLst>
          </p:cNvPr>
          <p:cNvSpPr txBox="1"/>
          <p:nvPr/>
        </p:nvSpPr>
        <p:spPr>
          <a:xfrm>
            <a:off x="139390" y="121175"/>
            <a:ext cx="395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831B0A98-420A-9D14-ACA6-37606253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0">
            <a:extLst>
              <a:ext uri="{FF2B5EF4-FFF2-40B4-BE49-F238E27FC236}">
                <a16:creationId xmlns:a16="http://schemas.microsoft.com/office/drawing/2014/main" id="{6A286A9B-5356-5590-5B64-C6D07FB9F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1200" y="2140088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REQUIREMENT</a:t>
            </a:r>
            <a:br>
              <a:rPr lang="en-US" dirty="0"/>
            </a:br>
            <a:r>
              <a:rPr lang="en-US" dirty="0"/>
              <a:t>ANALYSIS</a:t>
            </a:r>
            <a:endParaRPr dirty="0"/>
          </a:p>
        </p:txBody>
      </p:sp>
      <p:sp>
        <p:nvSpPr>
          <p:cNvPr id="542" name="Google Shape;542;p40">
            <a:extLst>
              <a:ext uri="{FF2B5EF4-FFF2-40B4-BE49-F238E27FC236}">
                <a16:creationId xmlns:a16="http://schemas.microsoft.com/office/drawing/2014/main" id="{078BDBA1-2BF0-289F-FA66-EDC982C995E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1200" y="1224188"/>
            <a:ext cx="50676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pic>
        <p:nvPicPr>
          <p:cNvPr id="543" name="Google Shape;543;p40">
            <a:extLst>
              <a:ext uri="{FF2B5EF4-FFF2-40B4-BE49-F238E27FC236}">
                <a16:creationId xmlns:a16="http://schemas.microsoft.com/office/drawing/2014/main" id="{1F913AF0-7C37-8850-EB6F-0A02F58E0F5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050" y="3797582"/>
            <a:ext cx="1159200" cy="1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07A8AF-EF4C-10A2-9D26-3C91E07B3CEA}"/>
              </a:ext>
            </a:extLst>
          </p:cNvPr>
          <p:cNvSpPr txBox="1"/>
          <p:nvPr/>
        </p:nvSpPr>
        <p:spPr>
          <a:xfrm>
            <a:off x="8564135" y="158346"/>
            <a:ext cx="501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05805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>
          <a:extLst>
            <a:ext uri="{FF2B5EF4-FFF2-40B4-BE49-F238E27FC236}">
              <a16:creationId xmlns:a16="http://schemas.microsoft.com/office/drawing/2014/main" id="{C73175E7-B878-34C1-1573-84DB848B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7">
            <a:extLst>
              <a:ext uri="{FF2B5EF4-FFF2-40B4-BE49-F238E27FC236}">
                <a16:creationId xmlns:a16="http://schemas.microsoft.com/office/drawing/2014/main" id="{471E4E2D-B540-97BB-82DA-CA3BB1848E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1248" y="39930"/>
            <a:ext cx="4480371" cy="49065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600" lvl="1" indent="0" algn="just"/>
            <a:r>
              <a:rPr lang="en-US" sz="1600" b="1" dirty="0"/>
              <a:t>1.   Algorithmic Requirements</a:t>
            </a:r>
          </a:p>
          <a:p>
            <a:pPr marL="609600" lvl="1" indent="0" algn="just"/>
            <a:endParaRPr lang="en-US" sz="1600" b="1" dirty="0"/>
          </a:p>
          <a:p>
            <a:pPr marL="438150" indent="-285750" algn="just">
              <a:buFont typeface="Wingdings" panose="05000000000000000000" pitchFamily="2" charset="2"/>
              <a:buChar char="§"/>
            </a:pPr>
            <a:r>
              <a:rPr lang="en-US" sz="1400" dirty="0"/>
              <a:t>Natural Language Processing (NLP) – BERT</a:t>
            </a:r>
          </a:p>
          <a:p>
            <a:pPr marL="438150" indent="-285750" algn="just">
              <a:buFont typeface="Wingdings" panose="05000000000000000000" pitchFamily="2" charset="2"/>
              <a:buChar char="§"/>
            </a:pPr>
            <a:r>
              <a:rPr lang="en-US" sz="1400" dirty="0"/>
              <a:t>Clustering Algorithm - K-Means</a:t>
            </a:r>
          </a:p>
          <a:p>
            <a:pPr marL="438150" indent="-285750" algn="just">
              <a:buFont typeface="Wingdings" panose="05000000000000000000" pitchFamily="2" charset="2"/>
              <a:buChar char="§"/>
            </a:pPr>
            <a:r>
              <a:rPr lang="en-US" sz="1400" dirty="0"/>
              <a:t>Regression Analysis</a:t>
            </a:r>
          </a:p>
          <a:p>
            <a:pPr marL="438150" indent="-285750" algn="just">
              <a:buFont typeface="Wingdings" panose="05000000000000000000" pitchFamily="2" charset="2"/>
              <a:buChar char="§"/>
            </a:pPr>
            <a:r>
              <a:rPr lang="en-US" sz="1400" dirty="0"/>
              <a:t>Preprocessing Techniques</a:t>
            </a:r>
          </a:p>
          <a:p>
            <a:pPr algn="just"/>
            <a:endParaRPr lang="en-US" sz="1600" b="1" dirty="0"/>
          </a:p>
          <a:p>
            <a:pPr marL="152400" indent="0" algn="just"/>
            <a:r>
              <a:rPr lang="en-IN" sz="1600" b="1" dirty="0"/>
              <a:t>2.   Data Sources &amp; Collection</a:t>
            </a:r>
          </a:p>
          <a:p>
            <a:pPr marL="152400" indent="0" algn="just"/>
            <a:endParaRPr lang="en-IN" sz="1600" b="1" dirty="0"/>
          </a:p>
          <a:p>
            <a:pPr algn="just"/>
            <a:r>
              <a:rPr lang="en-US" sz="1400" dirty="0"/>
              <a:t>The primary source of data comes from Google Forms</a:t>
            </a:r>
          </a:p>
          <a:p>
            <a:pPr marL="438150" indent="-285750" algn="just">
              <a:buFont typeface="Wingdings" panose="05000000000000000000" pitchFamily="2" charset="2"/>
              <a:buChar char="§"/>
            </a:pPr>
            <a:r>
              <a:rPr lang="en-US" sz="1400" dirty="0"/>
              <a:t>Demographic Information: Age, gender, academic year.</a:t>
            </a:r>
          </a:p>
          <a:p>
            <a:pPr marL="438150" indent="-285750" algn="just">
              <a:buFont typeface="Wingdings" panose="05000000000000000000" pitchFamily="2" charset="2"/>
              <a:buChar char="§"/>
            </a:pPr>
            <a:r>
              <a:rPr lang="en-US" sz="1400" dirty="0"/>
              <a:t>Cognitive Behavior Questions: Multiple-choice and Likert scale responses to measure cognitive distortions.</a:t>
            </a:r>
          </a:p>
          <a:p>
            <a:pPr marL="438150" indent="-285750" algn="just">
              <a:buFont typeface="Wingdings" panose="05000000000000000000" pitchFamily="2" charset="2"/>
              <a:buChar char="§"/>
            </a:pPr>
            <a:r>
              <a:rPr lang="en-US" sz="1400" dirty="0"/>
              <a:t>Open-Ended Questions: To allow detailed student insights for NLP processing</a:t>
            </a:r>
          </a:p>
          <a:p>
            <a:pPr algn="just"/>
            <a:endParaRPr lang="en-US" sz="1400" b="1" dirty="0"/>
          </a:p>
          <a:p>
            <a:pPr algn="just"/>
            <a:r>
              <a:rPr lang="en-US" sz="1400" b="1" dirty="0"/>
              <a:t>Data Format: </a:t>
            </a:r>
            <a:r>
              <a:rPr lang="en-US" sz="1400" dirty="0"/>
              <a:t>Google Forms responses are stored in CSV format, which is exported for analysis.</a:t>
            </a:r>
          </a:p>
          <a:p>
            <a:pPr algn="just">
              <a:lnSpc>
                <a:spcPct val="100000"/>
              </a:lnSpc>
            </a:pPr>
            <a:endParaRPr lang="en-US" sz="1600" dirty="0"/>
          </a:p>
          <a:p>
            <a:pPr marL="0" indent="0" algn="just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E4E8B4-A9B6-6623-EFDF-C61A011CEDA1}"/>
              </a:ext>
            </a:extLst>
          </p:cNvPr>
          <p:cNvSpPr txBox="1"/>
          <p:nvPr/>
        </p:nvSpPr>
        <p:spPr>
          <a:xfrm>
            <a:off x="4663629" y="110825"/>
            <a:ext cx="4339123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latin typeface="Inter" panose="020B0604020202020204" charset="0"/>
                <a:ea typeface="Inter" panose="020B0604020202020204" charset="0"/>
              </a:rPr>
              <a:t> 3.   Data Storage &amp; Processing</a:t>
            </a:r>
          </a:p>
          <a:p>
            <a:pPr algn="just"/>
            <a:endParaRPr lang="en-US" sz="1600" b="1" dirty="0">
              <a:latin typeface="Inter" panose="020B0604020202020204" charset="0"/>
              <a:ea typeface="Inter" panose="020B0604020202020204" charset="0"/>
            </a:endParaRPr>
          </a:p>
          <a:p>
            <a:pPr algn="just"/>
            <a:r>
              <a:rPr lang="en-US" dirty="0">
                <a:latin typeface="Inter" panose="020B0604020202020204" charset="0"/>
                <a:ea typeface="Inter" panose="020B0604020202020204" charset="0"/>
              </a:rPr>
              <a:t>Google Sheets/Drive for initial form response collection.</a:t>
            </a:r>
          </a:p>
          <a:p>
            <a:pPr algn="just"/>
            <a:r>
              <a:rPr lang="en-US" dirty="0">
                <a:latin typeface="Inter" panose="020B0604020202020204" charset="0"/>
                <a:ea typeface="Inter" panose="020B0604020202020204" charset="0"/>
              </a:rPr>
              <a:t>Requirements for Efficient Storage:</a:t>
            </a:r>
          </a:p>
          <a:p>
            <a:pPr lvl="3" algn="just">
              <a:buFont typeface="Arial" panose="020B0604020202020204" pitchFamily="34" charset="0"/>
              <a:buChar char="•"/>
            </a:pPr>
            <a:r>
              <a:rPr lang="en-US" dirty="0">
                <a:latin typeface="Inter" panose="020B0604020202020204" charset="0"/>
                <a:ea typeface="Inter" panose="020B0604020202020204" charset="0"/>
              </a:rPr>
              <a:t> Data Normalization</a:t>
            </a:r>
          </a:p>
          <a:p>
            <a:pPr lvl="3" algn="just">
              <a:buFont typeface="Arial" panose="020B0604020202020204" pitchFamily="34" charset="0"/>
              <a:buChar char="•"/>
            </a:pPr>
            <a:r>
              <a:rPr lang="en-US" dirty="0">
                <a:latin typeface="Inter" panose="020B0604020202020204" charset="0"/>
                <a:ea typeface="Inter" panose="020B0604020202020204" charset="0"/>
              </a:rPr>
              <a:t> Indexing &amp; Retrieval</a:t>
            </a:r>
          </a:p>
          <a:p>
            <a:pPr lvl="3" algn="just">
              <a:buFont typeface="Arial" panose="020B0604020202020204" pitchFamily="34" charset="0"/>
              <a:buChar char="•"/>
            </a:pPr>
            <a:r>
              <a:rPr lang="en-US" dirty="0">
                <a:latin typeface="Inter" panose="020B0604020202020204" charset="0"/>
                <a:ea typeface="Inter" panose="020B0604020202020204" charset="0"/>
              </a:rPr>
              <a:t> Security Measures</a:t>
            </a:r>
          </a:p>
          <a:p>
            <a:pPr lvl="3" algn="just"/>
            <a:endParaRPr lang="en-US" sz="1600" dirty="0">
              <a:latin typeface="Inter" panose="020B0604020202020204" charset="0"/>
              <a:ea typeface="Inter" panose="020B0604020202020204" charset="0"/>
            </a:endParaRPr>
          </a:p>
          <a:p>
            <a:pPr algn="just"/>
            <a:r>
              <a:rPr lang="en-IN" sz="1600" b="1" dirty="0">
                <a:latin typeface="Inter" panose="020B0604020202020204" charset="0"/>
                <a:ea typeface="Inter" panose="020B0604020202020204" charset="0"/>
              </a:rPr>
              <a:t>  4.  Software Dependencies</a:t>
            </a:r>
          </a:p>
          <a:p>
            <a:pPr algn="just"/>
            <a:endParaRPr lang="en-IN" sz="1600" b="1" dirty="0">
              <a:latin typeface="Inter" panose="020B0604020202020204" charset="0"/>
              <a:ea typeface="Inter" panose="020B060402020202020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>
                <a:latin typeface="Inter" panose="020B0604020202020204" charset="0"/>
                <a:ea typeface="Inter" panose="020B0604020202020204" charset="0"/>
              </a:rPr>
              <a:t>Python (for analysis &amp; modelling)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>
                <a:latin typeface="Inter" panose="020B0604020202020204" charset="0"/>
                <a:ea typeface="Inter" panose="020B0604020202020204" charset="0"/>
              </a:rPr>
              <a:t>Pandas &amp; NumPy (for data handling)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>
                <a:latin typeface="Inter" panose="020B0604020202020204" charset="0"/>
                <a:ea typeface="Inter" panose="020B0604020202020204" charset="0"/>
              </a:rPr>
              <a:t>NLTK / Transformers (for NLP-based cognitive pattern analysis)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>
                <a:latin typeface="Inter" panose="020B0604020202020204" charset="0"/>
                <a:ea typeface="Inter" panose="020B0604020202020204" charset="0"/>
              </a:rPr>
              <a:t>Scikit-learn (for K-Means and Regression modelling)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>
                <a:latin typeface="Inter" panose="020B0604020202020204" charset="0"/>
                <a:ea typeface="Inter" panose="020B0604020202020204" charset="0"/>
              </a:rPr>
              <a:t>Matplotlib / Seaborn (for visualizing results)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A83CD7-D97F-9DAA-9390-10F10E3F929C}"/>
              </a:ext>
            </a:extLst>
          </p:cNvPr>
          <p:cNvSpPr txBox="1"/>
          <p:nvPr/>
        </p:nvSpPr>
        <p:spPr>
          <a:xfrm>
            <a:off x="141248" y="132663"/>
            <a:ext cx="5166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12925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C94638E3-9A57-E5B1-44E3-7B501EB95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6">
            <a:extLst>
              <a:ext uri="{FF2B5EF4-FFF2-40B4-BE49-F238E27FC236}">
                <a16:creationId xmlns:a16="http://schemas.microsoft.com/office/drawing/2014/main" id="{DA27B41F-B6E1-5D46-3084-F4F86880D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2425" y="2261650"/>
            <a:ext cx="50358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en-US" dirty="0"/>
              <a:t>SYSTEM DESIGN</a:t>
            </a:r>
            <a:endParaRPr dirty="0"/>
          </a:p>
        </p:txBody>
      </p:sp>
      <p:sp>
        <p:nvSpPr>
          <p:cNvPr id="700" name="Google Shape;700;p56">
            <a:extLst>
              <a:ext uri="{FF2B5EF4-FFF2-40B4-BE49-F238E27FC236}">
                <a16:creationId xmlns:a16="http://schemas.microsoft.com/office/drawing/2014/main" id="{A34D57F2-1B71-72A1-A212-01296DB8DC9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16125" y="1393653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pic>
        <p:nvPicPr>
          <p:cNvPr id="701" name="Google Shape;701;p56">
            <a:extLst>
              <a:ext uri="{FF2B5EF4-FFF2-40B4-BE49-F238E27FC236}">
                <a16:creationId xmlns:a16="http://schemas.microsoft.com/office/drawing/2014/main" id="{6C3C3A49-1484-DBDC-FD80-02636A401C7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9025" y="3997925"/>
            <a:ext cx="1159200" cy="1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886055-89AC-18D3-7EDE-8AF20F4326FA}"/>
              </a:ext>
            </a:extLst>
          </p:cNvPr>
          <p:cNvSpPr txBox="1"/>
          <p:nvPr/>
        </p:nvSpPr>
        <p:spPr>
          <a:xfrm>
            <a:off x="122663" y="143478"/>
            <a:ext cx="4497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61081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>
          <a:extLst>
            <a:ext uri="{FF2B5EF4-FFF2-40B4-BE49-F238E27FC236}">
              <a16:creationId xmlns:a16="http://schemas.microsoft.com/office/drawing/2014/main" id="{DF7C0B72-3F2D-877B-1A35-0DED44E4D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7">
            <a:extLst>
              <a:ext uri="{FF2B5EF4-FFF2-40B4-BE49-F238E27FC236}">
                <a16:creationId xmlns:a16="http://schemas.microsoft.com/office/drawing/2014/main" id="{DBB0A1B4-AE8D-EEEA-C851-EE93997BBA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5572" y="173633"/>
            <a:ext cx="8332855" cy="4796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1400" b="1" dirty="0"/>
              <a:t>Algorithm Performance:</a:t>
            </a:r>
          </a:p>
          <a:p>
            <a:pPr algn="just"/>
            <a:endParaRPr lang="en-US" sz="1400" dirty="0"/>
          </a:p>
          <a:p>
            <a:pPr marL="152400" indent="0" algn="just"/>
            <a:r>
              <a:rPr lang="en-US" sz="1400" b="1" dirty="0"/>
              <a:t>BERT (Bidirectional Encoder Representations from Transformers):</a:t>
            </a:r>
          </a:p>
          <a:p>
            <a:pPr marL="152400" indent="0" algn="just"/>
            <a:endParaRPr lang="en-US" sz="1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A deep learning-based Natural Language Processing (NLP) model that understands the context of words in a sentence.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Uses bidirectional attention to capture meaning from both previous and next words in a text.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Analyzes student responses to extract key cognitive themes and emotional tones.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Identifies patterns in thought processes, enabling early detection of cognitive distortions and psychological stress.</a:t>
            </a:r>
          </a:p>
          <a:p>
            <a:pPr marL="152400" indent="0" algn="just"/>
            <a:br>
              <a:rPr lang="en-US" sz="1400" dirty="0"/>
            </a:br>
            <a:r>
              <a:rPr lang="en-US" sz="1400" b="1" dirty="0"/>
              <a:t>K-Means Clustering:</a:t>
            </a:r>
          </a:p>
          <a:p>
            <a:pPr marL="152400" indent="0" algn="just"/>
            <a:endParaRPr lang="en-US" sz="1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A machine learning algorithm that groups data points into clusters based on their similarity.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Helps in identifying patterns by assigning each data point to the closest cluster center.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Groups students into clusters based on cognitive response patterns, distinguishing different levels of cognitive distortions.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Helps in personalizing interventions, ensuring targeted recommendations based on students' psychological profiles.</a:t>
            </a:r>
          </a:p>
          <a:p>
            <a:pPr marL="152400" indent="0" algn="just"/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D479A-AF3B-7690-F473-6427CF54B0B7}"/>
              </a:ext>
            </a:extLst>
          </p:cNvPr>
          <p:cNvSpPr txBox="1"/>
          <p:nvPr/>
        </p:nvSpPr>
        <p:spPr>
          <a:xfrm>
            <a:off x="9144000" y="-8972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8326E-5FF3-80B1-9CA0-72261A5BC40E}"/>
              </a:ext>
            </a:extLst>
          </p:cNvPr>
          <p:cNvSpPr txBox="1"/>
          <p:nvPr/>
        </p:nvSpPr>
        <p:spPr>
          <a:xfrm>
            <a:off x="142682" y="156766"/>
            <a:ext cx="525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85520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Flow graph</a:t>
            </a:r>
            <a:endParaRPr dirty="0"/>
          </a:p>
        </p:txBody>
      </p:sp>
      <p:cxnSp>
        <p:nvCxnSpPr>
          <p:cNvPr id="715" name="Google Shape;715;p57"/>
          <p:cNvCxnSpPr>
            <a:cxnSpLocks/>
          </p:cNvCxnSpPr>
          <p:nvPr/>
        </p:nvCxnSpPr>
        <p:spPr>
          <a:xfrm>
            <a:off x="2683727" y="1723450"/>
            <a:ext cx="1023094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716" name="Google Shape;716;p57"/>
          <p:cNvCxnSpPr>
            <a:cxnSpLocks/>
          </p:cNvCxnSpPr>
          <p:nvPr/>
        </p:nvCxnSpPr>
        <p:spPr>
          <a:xfrm flipH="1">
            <a:off x="5259673" y="3691089"/>
            <a:ext cx="951571" cy="4007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721" name="Google Shape;721;p57"/>
          <p:cNvSpPr txBox="1"/>
          <p:nvPr/>
        </p:nvSpPr>
        <p:spPr>
          <a:xfrm flipH="1">
            <a:off x="6520887" y="1494850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cxnSp>
        <p:nvCxnSpPr>
          <p:cNvPr id="722" name="Google Shape;722;p57"/>
          <p:cNvCxnSpPr>
            <a:cxnSpLocks/>
          </p:cNvCxnSpPr>
          <p:nvPr/>
        </p:nvCxnSpPr>
        <p:spPr>
          <a:xfrm>
            <a:off x="5280576" y="1929449"/>
            <a:ext cx="983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723" name="Google Shape;723;p57"/>
          <p:cNvCxnSpPr>
            <a:cxnSpLocks/>
          </p:cNvCxnSpPr>
          <p:nvPr/>
        </p:nvCxnSpPr>
        <p:spPr>
          <a:xfrm>
            <a:off x="7069003" y="2475570"/>
            <a:ext cx="0" cy="617034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3F6F814-79F5-D10C-6C30-7550878C30A9}"/>
              </a:ext>
            </a:extLst>
          </p:cNvPr>
          <p:cNvSpPr/>
          <p:nvPr/>
        </p:nvSpPr>
        <p:spPr>
          <a:xfrm>
            <a:off x="1627054" y="1135011"/>
            <a:ext cx="965529" cy="12789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Collection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90C577-500C-F044-09C3-BB1054A981D5}"/>
              </a:ext>
            </a:extLst>
          </p:cNvPr>
          <p:cNvSpPr/>
          <p:nvPr/>
        </p:nvSpPr>
        <p:spPr>
          <a:xfrm>
            <a:off x="3798836" y="1516003"/>
            <a:ext cx="1390185" cy="59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Preprocessing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E1AF5-AF7C-1C9C-67AB-8682C4ADDD50}"/>
              </a:ext>
            </a:extLst>
          </p:cNvPr>
          <p:cNvSpPr/>
          <p:nvPr/>
        </p:nvSpPr>
        <p:spPr>
          <a:xfrm>
            <a:off x="6447085" y="1729305"/>
            <a:ext cx="2338752" cy="608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Feature Extraction &amp; Clustering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CAB515-1B42-F4F4-9433-E85555696982}"/>
              </a:ext>
            </a:extLst>
          </p:cNvPr>
          <p:cNvSpPr/>
          <p:nvPr/>
        </p:nvSpPr>
        <p:spPr>
          <a:xfrm>
            <a:off x="6373911" y="3211178"/>
            <a:ext cx="1390185" cy="5990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Statistical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8D9A53-0E83-712C-B400-22525C3E3C5A}"/>
              </a:ext>
            </a:extLst>
          </p:cNvPr>
          <p:cNvSpPr/>
          <p:nvPr/>
        </p:nvSpPr>
        <p:spPr>
          <a:xfrm>
            <a:off x="3706821" y="3345366"/>
            <a:ext cx="1390185" cy="1173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Visualization &amp; Interpretation</a:t>
            </a:r>
          </a:p>
        </p:txBody>
      </p:sp>
      <p:cxnSp>
        <p:nvCxnSpPr>
          <p:cNvPr id="15" name="Google Shape;716;p57">
            <a:extLst>
              <a:ext uri="{FF2B5EF4-FFF2-40B4-BE49-F238E27FC236}">
                <a16:creationId xmlns:a16="http://schemas.microsoft.com/office/drawing/2014/main" id="{D2F8A579-6F0E-31E0-FCB2-4F42088A2FF2}"/>
              </a:ext>
            </a:extLst>
          </p:cNvPr>
          <p:cNvCxnSpPr>
            <a:cxnSpLocks/>
          </p:cNvCxnSpPr>
          <p:nvPr/>
        </p:nvCxnSpPr>
        <p:spPr>
          <a:xfrm flipH="1">
            <a:off x="2592583" y="4077796"/>
            <a:ext cx="951571" cy="4007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0654C6F-4726-D7C0-C857-6C23977CC99A}"/>
              </a:ext>
            </a:extLst>
          </p:cNvPr>
          <p:cNvSpPr/>
          <p:nvPr/>
        </p:nvSpPr>
        <p:spPr>
          <a:xfrm>
            <a:off x="577574" y="3810213"/>
            <a:ext cx="1925799" cy="888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Final Report &amp;</a:t>
            </a:r>
          </a:p>
          <a:p>
            <a:r>
              <a:rPr lang="en-IN" dirty="0"/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20283-9A21-775A-3A5E-F9CB7E386071}"/>
              </a:ext>
            </a:extLst>
          </p:cNvPr>
          <p:cNvSpPr txBox="1"/>
          <p:nvPr/>
        </p:nvSpPr>
        <p:spPr>
          <a:xfrm>
            <a:off x="8566426" y="4674044"/>
            <a:ext cx="4840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4B423EE-F8B0-6811-B409-6A974085F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0">
            <a:extLst>
              <a:ext uri="{FF2B5EF4-FFF2-40B4-BE49-F238E27FC236}">
                <a16:creationId xmlns:a16="http://schemas.microsoft.com/office/drawing/2014/main" id="{D0409FC2-8DDB-6AB7-4A17-9A89B5D468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1200" y="2140088"/>
            <a:ext cx="50676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TIMELINE</a:t>
            </a:r>
            <a:endParaRPr dirty="0"/>
          </a:p>
        </p:txBody>
      </p:sp>
      <p:sp>
        <p:nvSpPr>
          <p:cNvPr id="542" name="Google Shape;542;p40">
            <a:extLst>
              <a:ext uri="{FF2B5EF4-FFF2-40B4-BE49-F238E27FC236}">
                <a16:creationId xmlns:a16="http://schemas.microsoft.com/office/drawing/2014/main" id="{24CDFEDA-1303-8E4B-835E-BCB13A4C1BB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41200" y="1224188"/>
            <a:ext cx="50676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pic>
        <p:nvPicPr>
          <p:cNvPr id="543" name="Google Shape;543;p40">
            <a:extLst>
              <a:ext uri="{FF2B5EF4-FFF2-40B4-BE49-F238E27FC236}">
                <a16:creationId xmlns:a16="http://schemas.microsoft.com/office/drawing/2014/main" id="{CC714502-BE68-6CB5-D6FA-1AECEDDD23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200" y="3002146"/>
            <a:ext cx="1159200" cy="1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6E5F66-4F05-0F05-D285-1A7ACCDA6A9C}"/>
              </a:ext>
            </a:extLst>
          </p:cNvPr>
          <p:cNvSpPr txBox="1"/>
          <p:nvPr/>
        </p:nvSpPr>
        <p:spPr>
          <a:xfrm>
            <a:off x="8564135" y="158346"/>
            <a:ext cx="501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64253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Dec-Apr</a:t>
            </a:r>
            <a:endParaRPr dirty="0"/>
          </a:p>
        </p:txBody>
      </p:sp>
      <p:graphicFrame>
        <p:nvGraphicFramePr>
          <p:cNvPr id="571" name="Google Shape;571;p44"/>
          <p:cNvGraphicFramePr/>
          <p:nvPr>
            <p:extLst>
              <p:ext uri="{D42A27DB-BD31-4B8C-83A1-F6EECF244321}">
                <p14:modId xmlns:p14="http://schemas.microsoft.com/office/powerpoint/2010/main" val="3581468521"/>
              </p:ext>
            </p:extLst>
          </p:nvPr>
        </p:nvGraphicFramePr>
        <p:xfrm>
          <a:off x="720000" y="1453653"/>
          <a:ext cx="7628545" cy="2096738"/>
        </p:xfrm>
        <a:graphic>
          <a:graphicData uri="http://schemas.openxmlformats.org/drawingml/2006/table">
            <a:tbl>
              <a:tblPr>
                <a:noFill/>
                <a:tableStyleId>{DE793449-1950-4477-95FC-62DD83C62D03}</a:tableStyleId>
              </a:tblPr>
              <a:tblGrid>
                <a:gridCol w="1655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9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811">
                  <a:extLst>
                    <a:ext uri="{9D8B030D-6E8A-4147-A177-3AD203B41FA5}">
                      <a16:colId xmlns:a16="http://schemas.microsoft.com/office/drawing/2014/main" val="25244562"/>
                    </a:ext>
                  </a:extLst>
                </a:gridCol>
              </a:tblGrid>
              <a:tr h="7059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Lexend Black"/>
                          <a:ea typeface="Lexend Black"/>
                          <a:cs typeface="Lexend Black"/>
                          <a:sym typeface="Lexend Black"/>
                        </a:rPr>
                        <a:t>DECEMBER</a:t>
                      </a:r>
                      <a:endParaRPr sz="1400" dirty="0">
                        <a:solidFill>
                          <a:schemeClr val="lt1"/>
                        </a:solidFill>
                        <a:latin typeface="Lexend Black"/>
                        <a:ea typeface="Lexend Black"/>
                        <a:cs typeface="Lexend Black"/>
                        <a:sym typeface="Lexend Black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Lexend Black"/>
                          <a:ea typeface="Lexend Black"/>
                          <a:cs typeface="Lexend Black"/>
                          <a:sym typeface="Lexend Black"/>
                        </a:rPr>
                        <a:t>JANUARY</a:t>
                      </a:r>
                      <a:endParaRPr sz="1400" dirty="0">
                        <a:solidFill>
                          <a:schemeClr val="lt1"/>
                        </a:solidFill>
                        <a:latin typeface="Lexend Black"/>
                        <a:ea typeface="Lexend Black"/>
                        <a:cs typeface="Lexend Black"/>
                        <a:sym typeface="Lexend Black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Lexend Black"/>
                          <a:ea typeface="Lexend Black"/>
                          <a:cs typeface="Lexend Black"/>
                          <a:sym typeface="Lexend Black"/>
                        </a:rPr>
                        <a:t>FEBRUARY</a:t>
                      </a:r>
                      <a:endParaRPr sz="1400" dirty="0">
                        <a:solidFill>
                          <a:schemeClr val="lt1"/>
                        </a:solidFill>
                        <a:latin typeface="Lexend Black"/>
                        <a:ea typeface="Lexend Black"/>
                        <a:cs typeface="Lexend Black"/>
                        <a:sym typeface="Lexend Black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Lexend Black"/>
                          <a:ea typeface="Lexend Black"/>
                          <a:cs typeface="Lexend Black"/>
                          <a:sym typeface="Lexend Black"/>
                        </a:rPr>
                        <a:t>MARCH</a:t>
                      </a:r>
                      <a:endParaRPr sz="1400" dirty="0">
                        <a:solidFill>
                          <a:schemeClr val="lt1"/>
                        </a:solidFill>
                        <a:latin typeface="Lexend Black"/>
                        <a:ea typeface="Lexend Black"/>
                        <a:cs typeface="Lexend Black"/>
                        <a:sym typeface="Lexend Black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  <a:latin typeface="Lexend Black"/>
                          <a:ea typeface="Lexend Black"/>
                          <a:cs typeface="Lexend Black"/>
                          <a:sym typeface="Lexend Black"/>
                        </a:rPr>
                        <a:t>APRIL</a:t>
                      </a:r>
                      <a:endParaRPr sz="1400" dirty="0">
                        <a:solidFill>
                          <a:schemeClr val="lt1"/>
                        </a:solidFill>
                        <a:latin typeface="Lexend Black"/>
                        <a:ea typeface="Lexend Black"/>
                        <a:cs typeface="Lexend Black"/>
                        <a:sym typeface="Lexend Black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4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Project Domain and Requirements Initiated</a:t>
                      </a:r>
                      <a:endParaRPr sz="14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Analysis on various Research papers related </a:t>
                      </a:r>
                      <a:endParaRPr sz="14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Implementation on data gathering and preprocessing started</a:t>
                      </a:r>
                      <a:endParaRPr sz="14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Testing and Deployment</a:t>
                      </a:r>
                      <a:endParaRPr sz="14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Documentation</a:t>
                      </a:r>
                      <a:endParaRPr sz="14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D8C536C-90BA-2D73-A645-6A9E34F9BD48}"/>
              </a:ext>
            </a:extLst>
          </p:cNvPr>
          <p:cNvSpPr txBox="1"/>
          <p:nvPr/>
        </p:nvSpPr>
        <p:spPr>
          <a:xfrm>
            <a:off x="130098" y="137248"/>
            <a:ext cx="4200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8617D33A-F06E-0F3E-67CB-41E07C6A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6">
            <a:extLst>
              <a:ext uri="{FF2B5EF4-FFF2-40B4-BE49-F238E27FC236}">
                <a16:creationId xmlns:a16="http://schemas.microsoft.com/office/drawing/2014/main" id="{6273BF1C-4FC1-E426-3971-F20AF4785F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2425" y="2261650"/>
            <a:ext cx="50358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700" name="Google Shape;700;p56">
            <a:extLst>
              <a:ext uri="{FF2B5EF4-FFF2-40B4-BE49-F238E27FC236}">
                <a16:creationId xmlns:a16="http://schemas.microsoft.com/office/drawing/2014/main" id="{BB76FFF9-CBC0-BC8C-1B16-C0CD760994C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316125" y="1393653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pic>
        <p:nvPicPr>
          <p:cNvPr id="701" name="Google Shape;701;p56">
            <a:extLst>
              <a:ext uri="{FF2B5EF4-FFF2-40B4-BE49-F238E27FC236}">
                <a16:creationId xmlns:a16="http://schemas.microsoft.com/office/drawing/2014/main" id="{657867F0-46B8-5ED1-4886-BD22042A01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2382" y="3177550"/>
            <a:ext cx="1159200" cy="1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AA78FE-6BA2-FCAD-3A1D-731DFF3C9094}"/>
              </a:ext>
            </a:extLst>
          </p:cNvPr>
          <p:cNvSpPr txBox="1"/>
          <p:nvPr/>
        </p:nvSpPr>
        <p:spPr>
          <a:xfrm>
            <a:off x="122663" y="143478"/>
            <a:ext cx="4497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292547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>
          <a:extLst>
            <a:ext uri="{FF2B5EF4-FFF2-40B4-BE49-F238E27FC236}">
              <a16:creationId xmlns:a16="http://schemas.microsoft.com/office/drawing/2014/main" id="{B769C463-6EEC-2E7E-A554-7DD3B6DD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7">
            <a:extLst>
              <a:ext uri="{FF2B5EF4-FFF2-40B4-BE49-F238E27FC236}">
                <a16:creationId xmlns:a16="http://schemas.microsoft.com/office/drawing/2014/main" id="{1A2EFAE1-E02D-E8E0-CE5B-DBAA4F945DA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6072" y="359252"/>
            <a:ext cx="8332855" cy="43880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IN" dirty="0">
                <a:latin typeface="Inter" panose="020B0604020202020204" charset="0"/>
                <a:ea typeface="Inter" panose="020B0604020202020204" charset="0"/>
              </a:rPr>
              <a:t>Joyce H. S. You , Scotty W. C. Luk, Dilys Y. W. Chow, </a:t>
            </a:r>
            <a:r>
              <a:rPr lang="en-IN" dirty="0" err="1">
                <a:latin typeface="Inter" panose="020B0604020202020204" charset="0"/>
                <a:ea typeface="Inter" panose="020B0604020202020204" charset="0"/>
              </a:rPr>
              <a:t>Xinchan</a:t>
            </a:r>
            <a:r>
              <a:rPr lang="en-IN" dirty="0">
                <a:latin typeface="Inter" panose="020B0604020202020204" charset="0"/>
                <a:ea typeface="Inter" panose="020B0604020202020204" charset="0"/>
              </a:rPr>
              <a:t> Jiang, Arthur D. P. Mak, Winnie W. S. Mark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Efficacy and Cost-Effectiveness Analysis of Internet-Based Cognitive Behavioral Therapy for Obsessive-Compulsive Disorder: Randomized Controlled Trial</a:t>
            </a:r>
            <a:r>
              <a:rPr lang="en-US" alt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 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Published: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May 5, 2022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b="0" i="0" u="none" strike="noStrike" baseline="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   </a:t>
            </a:r>
            <a:r>
              <a:rPr lang="en-IN" b="0" i="0" u="none" strike="noStrike" baseline="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Khizra</a:t>
            </a:r>
            <a:r>
              <a:rPr lang="en-IN" b="0" i="0" u="none" strike="noStrike" baseline="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 Khurshid1, Rabia Mushtaq2, Umara Rauf3, Nida Anwar4, </a:t>
            </a:r>
            <a:r>
              <a:rPr lang="en-IN" b="0" i="0" u="none" strike="noStrike" baseline="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Qasir</a:t>
            </a:r>
            <a:r>
              <a:rPr lang="en-IN" b="0" i="0" u="none" strike="noStrike" baseline="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 Abbas1*, </a:t>
            </a:r>
            <a:r>
              <a:rPr lang="en-IN" b="0" i="0" u="none" strike="noStrike" baseline="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Sumayah</a:t>
            </a:r>
            <a:r>
              <a:rPr lang="en-IN" b="0" i="0" u="none" strike="noStrike" baseline="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 Aljhani5, </a:t>
            </a:r>
            <a:r>
              <a:rPr lang="en-IN" b="0" i="0" u="none" strike="noStrike" baseline="0" dirty="0" err="1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Zoobia</a:t>
            </a:r>
            <a:r>
              <a:rPr lang="en-IN" b="0" i="0" u="none" strike="noStrike" baseline="0" dirty="0">
                <a:solidFill>
                  <a:srgbClr val="000000"/>
                </a:solidFill>
                <a:latin typeface="Inter" panose="020B0604020202020204" charset="0"/>
                <a:ea typeface="Inter" panose="020B0604020202020204" charset="0"/>
              </a:rPr>
              <a:t> Ramzan4 and Mafia Shahzadi6</a:t>
            </a:r>
            <a:r>
              <a:rPr lang="en-US" dirty="0">
                <a:latin typeface="Inter" panose="020B0604020202020204" charset="0"/>
                <a:ea typeface="Inter" panose="020B0604020202020204" charset="0"/>
              </a:rPr>
              <a:t>CBT’s Impact on Procrastination, Burnout, and Anxiety in Adolescents </a:t>
            </a:r>
            <a:r>
              <a:rPr lang="en-IN" dirty="0">
                <a:latin typeface="Inter" panose="020B0604020202020204" charset="0"/>
                <a:ea typeface="Inter" panose="020B0604020202020204" charset="0"/>
              </a:rPr>
              <a:t>(Published: </a:t>
            </a:r>
            <a:r>
              <a:rPr lang="en-IN" b="1" dirty="0">
                <a:latin typeface="Inter" panose="020B0604020202020204" charset="0"/>
                <a:ea typeface="Inter" panose="020B0604020202020204" charset="0"/>
              </a:rPr>
              <a:t>3 February, 2025</a:t>
            </a:r>
            <a:r>
              <a:rPr lang="en-IN" dirty="0">
                <a:latin typeface="Inter" panose="020B0604020202020204" charset="0"/>
                <a:ea typeface="Inter" panose="020B0604020202020204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b="0" i="0" u="none" strike="noStrike" baseline="0" dirty="0">
                <a:latin typeface="Inter" panose="020B0604020202020204" charset="0"/>
                <a:ea typeface="Inter" panose="020B0604020202020204" charset="0"/>
              </a:rPr>
              <a:t>Meng Jiang, Yi Jing Yu, Qing Zhao, </a:t>
            </a:r>
            <a:r>
              <a:rPr lang="en-IN" b="0" i="0" u="none" strike="noStrike" baseline="0" dirty="0" err="1">
                <a:latin typeface="Inter" panose="020B0604020202020204" charset="0"/>
                <a:ea typeface="Inter" panose="020B0604020202020204" charset="0"/>
              </a:rPr>
              <a:t>Jianqiang</a:t>
            </a:r>
            <a:r>
              <a:rPr lang="en-IN" b="0" i="0" u="none" strike="noStrike" baseline="0" dirty="0">
                <a:latin typeface="Inter" panose="020B0604020202020204" charset="0"/>
                <a:ea typeface="Inter" panose="020B0604020202020204" charset="0"/>
              </a:rPr>
              <a:t> Li, </a:t>
            </a:r>
            <a:r>
              <a:rPr lang="en-IN" b="0" i="0" u="none" strike="noStrike" baseline="0" dirty="0" err="1">
                <a:latin typeface="Inter" panose="020B0604020202020204" charset="0"/>
                <a:ea typeface="Inter" panose="020B0604020202020204" charset="0"/>
              </a:rPr>
              <a:t>Changwei</a:t>
            </a:r>
            <a:r>
              <a:rPr lang="en-IN" b="0" i="0" u="none" strike="noStrike" baseline="0" dirty="0">
                <a:latin typeface="Inter" panose="020B0604020202020204" charset="0"/>
                <a:ea typeface="Inter" panose="020B0604020202020204" charset="0"/>
              </a:rPr>
              <a:t> Song, Hongzhi Qi, Wei Zhai, Dan Luo, </a:t>
            </a:r>
            <a:r>
              <a:rPr lang="en-IN" b="0" i="0" u="none" strike="noStrike" baseline="0" dirty="0" err="1">
                <a:latin typeface="Inter" panose="020B0604020202020204" charset="0"/>
                <a:ea typeface="Inter" panose="020B0604020202020204" charset="0"/>
              </a:rPr>
              <a:t>Xiaoqin</a:t>
            </a:r>
            <a:r>
              <a:rPr lang="en-IN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IN" b="0" i="0" u="none" strike="noStrike" baseline="0" dirty="0">
                <a:latin typeface="Inter" panose="020B0604020202020204" charset="0"/>
                <a:ea typeface="Inter" panose="020B0604020202020204" charset="0"/>
              </a:rPr>
              <a:t>Wang, Guanghui Fu, Bing Xiang Yang*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AI-Enhanced Cognitive Behavioral Therapy: Deep Learning and Large Language Models for Extracting Cognitive Pathways from Social Media Texts </a:t>
            </a: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Published: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April 17, 2024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)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  Veera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Ankalu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Vuyyuru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, G Vamsi Krishna, S. Suma Christal Mary, S.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Kayalvili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Abraheem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Mohammed Sulayman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Alsubayhay</a:t>
            </a:r>
            <a:r>
              <a:rPr lang="en-US" alt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Title: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A Transformer-CNN Hybrid Model for Cognitive Behavioral Therapy in Psychological Assessment and Intervention for Enhanced Diagnostic Accuracy and Treatment Efficiency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 (Published: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2023</a:t>
            </a:r>
            <a:r>
              <a:rPr lang="en-US" altLang="en-US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  <a:hlinkClick r:id="rId3"/>
              </a:rPr>
              <a:t>https://bmcpsychology.biomedcentral.com/articles/10.1186/s40359-025-02371-2</a:t>
            </a:r>
            <a:endParaRPr lang="en-US" altLang="en-US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  <a:hlinkClick r:id="rId4"/>
              </a:rPr>
              <a:t>https://positivepsychology.com/cbt-cognitive-behavioral-therapy-techniques-worksheets/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https://www.perplexity.ai/search/best-algorithm-for-extraction-ml-sz_LfFLsRmaWkumwEyja6A</a:t>
            </a:r>
            <a:endParaRPr lang="en-US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C4011-41ED-5832-2FF4-D541FA730E37}"/>
              </a:ext>
            </a:extLst>
          </p:cNvPr>
          <p:cNvSpPr txBox="1"/>
          <p:nvPr/>
        </p:nvSpPr>
        <p:spPr>
          <a:xfrm>
            <a:off x="9144000" y="-8972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B01643-D530-B3FD-0FCE-C8FD92E968AB}"/>
              </a:ext>
            </a:extLst>
          </p:cNvPr>
          <p:cNvSpPr txBox="1"/>
          <p:nvPr/>
        </p:nvSpPr>
        <p:spPr>
          <a:xfrm>
            <a:off x="142682" y="156766"/>
            <a:ext cx="525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66914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7075" y="3286600"/>
            <a:ext cx="1159200" cy="1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70"/>
          <p:cNvSpPr txBox="1">
            <a:spLocks noGrp="1"/>
          </p:cNvSpPr>
          <p:nvPr>
            <p:ph type="title"/>
          </p:nvPr>
        </p:nvSpPr>
        <p:spPr>
          <a:xfrm>
            <a:off x="1768475" y="939172"/>
            <a:ext cx="5607050" cy="1857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sp>
        <p:nvSpPr>
          <p:cNvPr id="2" name="Google Shape;922;p70">
            <a:extLst>
              <a:ext uri="{FF2B5EF4-FFF2-40B4-BE49-F238E27FC236}">
                <a16:creationId xmlns:a16="http://schemas.microsoft.com/office/drawing/2014/main" id="{485E42B3-E64A-333D-A394-E4039FE8449E}"/>
              </a:ext>
            </a:extLst>
          </p:cNvPr>
          <p:cNvSpPr txBox="1">
            <a:spLocks/>
          </p:cNvSpPr>
          <p:nvPr/>
        </p:nvSpPr>
        <p:spPr>
          <a:xfrm>
            <a:off x="1935051" y="2418981"/>
            <a:ext cx="5607050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exend Black"/>
              <a:buNone/>
              <a:defRPr sz="6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exend Black"/>
              <a:buNone/>
              <a:defRPr sz="6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exend Black"/>
              <a:buNone/>
              <a:defRPr sz="6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exend Black"/>
              <a:buNone/>
              <a:defRPr sz="6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exend Black"/>
              <a:buNone/>
              <a:defRPr sz="6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exend Black"/>
              <a:buNone/>
              <a:defRPr sz="6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exend Black"/>
              <a:buNone/>
              <a:defRPr sz="6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exend Black"/>
              <a:buNone/>
              <a:defRPr sz="6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exend Black"/>
              <a:buNone/>
              <a:defRPr sz="6000" b="0" i="0" u="none" strike="noStrike" cap="none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9pPr>
          </a:lstStyle>
          <a:p>
            <a:r>
              <a:rPr lang="en-US" sz="3000" dirty="0"/>
              <a:t>Any Questions?</a:t>
            </a:r>
            <a:endParaRPr lang="en-IN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F89B05-FA67-6FAE-AAD3-E9C6FC1C8537}"/>
              </a:ext>
            </a:extLst>
          </p:cNvPr>
          <p:cNvSpPr txBox="1"/>
          <p:nvPr/>
        </p:nvSpPr>
        <p:spPr>
          <a:xfrm>
            <a:off x="167268" y="158346"/>
            <a:ext cx="4051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Review Process by Slidesgo">
  <a:themeElements>
    <a:clrScheme name="Simple Light">
      <a:dk1>
        <a:srgbClr val="191919"/>
      </a:dk1>
      <a:lt1>
        <a:srgbClr val="F0EFEF"/>
      </a:lt1>
      <a:dk2>
        <a:srgbClr val="FFFFFF"/>
      </a:dk2>
      <a:lt2>
        <a:srgbClr val="4619BB"/>
      </a:lt2>
      <a:accent1>
        <a:srgbClr val="20124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1183</Words>
  <Application>Microsoft Office PowerPoint</Application>
  <PresentationFormat>On-screen Show (16:9)</PresentationFormat>
  <Paragraphs>201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Wingdings</vt:lpstr>
      <vt:lpstr>Arial</vt:lpstr>
      <vt:lpstr>Anaheim</vt:lpstr>
      <vt:lpstr>Nunito Light</vt:lpstr>
      <vt:lpstr>Inter</vt:lpstr>
      <vt:lpstr>Lexend Black</vt:lpstr>
      <vt:lpstr>Project Review Process by Slidesgo</vt:lpstr>
      <vt:lpstr>Analysis of Cognitive Behavioural Patterns Among Students Using Data Analytics</vt:lpstr>
      <vt:lpstr>AGENDA</vt:lpstr>
      <vt:lpstr>ABSTRACT</vt:lpstr>
      <vt:lpstr>PowerPoint Presentation</vt:lpstr>
      <vt:lpstr>Related  Works</vt:lpstr>
      <vt:lpstr>PowerPoint Presentation</vt:lpstr>
      <vt:lpstr>PowerPoint Presentation</vt:lpstr>
      <vt:lpstr>PowerPoint Presentation</vt:lpstr>
      <vt:lpstr>PROPOSED SYSTEM</vt:lpstr>
      <vt:lpstr>PowerPoint Presentation</vt:lpstr>
      <vt:lpstr>TECHNOLOGY USED</vt:lpstr>
      <vt:lpstr>PowerPoint Presentation</vt:lpstr>
      <vt:lpstr>REQUIREMENT ANALYSIS</vt:lpstr>
      <vt:lpstr>PowerPoint Presentation</vt:lpstr>
      <vt:lpstr>SYSTEM DESIGN</vt:lpstr>
      <vt:lpstr>PowerPoint Presentation</vt:lpstr>
      <vt:lpstr>Flow graph</vt:lpstr>
      <vt:lpstr>TIMELINE</vt:lpstr>
      <vt:lpstr>Dec-Apr</vt:lpstr>
      <vt:lpstr>REFERENCES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Angel Marshalin</dc:creator>
  <cp:lastModifiedBy>nivi nivi</cp:lastModifiedBy>
  <cp:revision>26</cp:revision>
  <dcterms:modified xsi:type="dcterms:W3CDTF">2025-03-31T05:37:15Z</dcterms:modified>
</cp:coreProperties>
</file>